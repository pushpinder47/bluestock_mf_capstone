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7" y="5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9.svg"/><Relationship Id="rId5" Type="http://schemas.openxmlformats.org/officeDocument/2006/relationships/image" Target="../media/image23.png"/><Relationship Id="rId4" Type="http://schemas.openxmlformats.org/officeDocument/2006/relationships/image" Target="../media/image2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29.svg"/><Relationship Id="rId5" Type="http://schemas.openxmlformats.org/officeDocument/2006/relationships/image" Target="../media/image23.png"/><Relationship Id="rId4" Type="http://schemas.openxmlformats.org/officeDocument/2006/relationships/image" Target="../media/image2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2B17CC-85C1-4D75-A988-00D2C7DA523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2A60C0E-9278-4D5B-BA77-97AC9CE9C6BD}">
      <dgm:prSet/>
      <dgm:spPr/>
      <dgm:t>
        <a:bodyPr/>
        <a:lstStyle/>
        <a:p>
          <a:r>
            <a:rPr lang="en-US"/>
            <a:t>Built a complete analytics pipeline for mutual fund datasets.</a:t>
          </a:r>
        </a:p>
      </dgm:t>
    </dgm:pt>
    <dgm:pt modelId="{009429EC-254D-4A3C-A12D-18234B6BC8E9}" type="parTrans" cxnId="{E87B156C-C0AC-4A07-8B2E-F248BE13F8C5}">
      <dgm:prSet/>
      <dgm:spPr/>
      <dgm:t>
        <a:bodyPr/>
        <a:lstStyle/>
        <a:p>
          <a:endParaRPr lang="en-US"/>
        </a:p>
      </dgm:t>
    </dgm:pt>
    <dgm:pt modelId="{DABF5B35-37A9-476A-B42D-8086D7542848}" type="sibTrans" cxnId="{E87B156C-C0AC-4A07-8B2E-F248BE13F8C5}">
      <dgm:prSet/>
      <dgm:spPr/>
      <dgm:t>
        <a:bodyPr/>
        <a:lstStyle/>
        <a:p>
          <a:endParaRPr lang="en-US"/>
        </a:p>
      </dgm:t>
    </dgm:pt>
    <dgm:pt modelId="{87F72E3F-8D5B-465C-A376-AF4196BA0D82}">
      <dgm:prSet/>
      <dgm:spPr/>
      <dgm:t>
        <a:bodyPr/>
        <a:lstStyle/>
        <a:p>
          <a:r>
            <a:rPr lang="en-US"/>
            <a:t>Processed raw CSV files into clean analytical datasets.</a:t>
          </a:r>
        </a:p>
      </dgm:t>
    </dgm:pt>
    <dgm:pt modelId="{665440EF-9D1A-4492-AD7B-742115504B10}" type="parTrans" cxnId="{E243DFE7-2D4A-401E-84FC-861DAF4D91EE}">
      <dgm:prSet/>
      <dgm:spPr/>
      <dgm:t>
        <a:bodyPr/>
        <a:lstStyle/>
        <a:p>
          <a:endParaRPr lang="en-US"/>
        </a:p>
      </dgm:t>
    </dgm:pt>
    <dgm:pt modelId="{D77A2417-EE1A-43C6-935F-66DD7F65FF34}" type="sibTrans" cxnId="{E243DFE7-2D4A-401E-84FC-861DAF4D91EE}">
      <dgm:prSet/>
      <dgm:spPr/>
      <dgm:t>
        <a:bodyPr/>
        <a:lstStyle/>
        <a:p>
          <a:endParaRPr lang="en-US"/>
        </a:p>
      </dgm:t>
    </dgm:pt>
    <dgm:pt modelId="{38C51150-0877-47E5-BBA8-F99D2B8AC9C5}">
      <dgm:prSet/>
      <dgm:spPr/>
      <dgm:t>
        <a:bodyPr/>
        <a:lstStyle/>
        <a:p>
          <a:r>
            <a:rPr lang="en-US"/>
            <a:t>Created SQLite database, SQL analysis, and interactive Power BI dashboards.</a:t>
          </a:r>
        </a:p>
      </dgm:t>
    </dgm:pt>
    <dgm:pt modelId="{81758A00-7885-4287-B916-8354E16CF094}" type="parTrans" cxnId="{AEE5DE87-3724-421E-A494-C0A45150DDC1}">
      <dgm:prSet/>
      <dgm:spPr/>
      <dgm:t>
        <a:bodyPr/>
        <a:lstStyle/>
        <a:p>
          <a:endParaRPr lang="en-US"/>
        </a:p>
      </dgm:t>
    </dgm:pt>
    <dgm:pt modelId="{653A6A2F-4B9E-4555-A83B-6908C117718E}" type="sibTrans" cxnId="{AEE5DE87-3724-421E-A494-C0A45150DDC1}">
      <dgm:prSet/>
      <dgm:spPr/>
      <dgm:t>
        <a:bodyPr/>
        <a:lstStyle/>
        <a:p>
          <a:endParaRPr lang="en-US"/>
        </a:p>
      </dgm:t>
    </dgm:pt>
    <dgm:pt modelId="{A7918377-CB15-4040-9ED9-C80C730C0AD6}">
      <dgm:prSet/>
      <dgm:spPr/>
      <dgm:t>
        <a:bodyPr/>
        <a:lstStyle/>
        <a:p>
          <a:r>
            <a:rPr lang="en-US"/>
            <a:t>Implemented advanced financial analytics for investment insights.</a:t>
          </a:r>
        </a:p>
      </dgm:t>
    </dgm:pt>
    <dgm:pt modelId="{D438DA19-0D20-4F6B-A9FF-6AAF7367F85D}" type="parTrans" cxnId="{39C9C470-8B72-4B26-AB15-2B27D3F59C57}">
      <dgm:prSet/>
      <dgm:spPr/>
      <dgm:t>
        <a:bodyPr/>
        <a:lstStyle/>
        <a:p>
          <a:endParaRPr lang="en-US"/>
        </a:p>
      </dgm:t>
    </dgm:pt>
    <dgm:pt modelId="{144C03C0-F070-406E-B782-6CBE9FB29294}" type="sibTrans" cxnId="{39C9C470-8B72-4B26-AB15-2B27D3F59C57}">
      <dgm:prSet/>
      <dgm:spPr/>
      <dgm:t>
        <a:bodyPr/>
        <a:lstStyle/>
        <a:p>
          <a:endParaRPr lang="en-US"/>
        </a:p>
      </dgm:t>
    </dgm:pt>
    <dgm:pt modelId="{02ADD2C1-E436-4652-968C-8A01DDA05ECB}" type="pres">
      <dgm:prSet presAssocID="{3F2B17CC-85C1-4D75-A988-00D2C7DA5232}" presName="root" presStyleCnt="0">
        <dgm:presLayoutVars>
          <dgm:dir/>
          <dgm:resizeHandles val="exact"/>
        </dgm:presLayoutVars>
      </dgm:prSet>
      <dgm:spPr/>
    </dgm:pt>
    <dgm:pt modelId="{02E6B7AD-87A1-47A0-9990-F140FDF57AE5}" type="pres">
      <dgm:prSet presAssocID="{92A60C0E-9278-4D5B-BA77-97AC9CE9C6BD}" presName="compNode" presStyleCnt="0"/>
      <dgm:spPr/>
    </dgm:pt>
    <dgm:pt modelId="{13FD7298-8295-48D1-8BD4-7F17E154CB53}" type="pres">
      <dgm:prSet presAssocID="{92A60C0E-9278-4D5B-BA77-97AC9CE9C6BD}" presName="bgRect" presStyleLbl="bgShp" presStyleIdx="0" presStyleCnt="4"/>
      <dgm:spPr/>
    </dgm:pt>
    <dgm:pt modelId="{5DEB4964-6D31-47E3-97DA-F1C7CE67F0B7}" type="pres">
      <dgm:prSet presAssocID="{92A60C0E-9278-4D5B-BA77-97AC9CE9C6B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9DB7CC5-87E0-4B96-A2B3-A5DA22DAEEA7}" type="pres">
      <dgm:prSet presAssocID="{92A60C0E-9278-4D5B-BA77-97AC9CE9C6BD}" presName="spaceRect" presStyleCnt="0"/>
      <dgm:spPr/>
    </dgm:pt>
    <dgm:pt modelId="{56B18453-2CD3-4765-A90C-2DA2DA3EACFE}" type="pres">
      <dgm:prSet presAssocID="{92A60C0E-9278-4D5B-BA77-97AC9CE9C6BD}" presName="parTx" presStyleLbl="revTx" presStyleIdx="0" presStyleCnt="4">
        <dgm:presLayoutVars>
          <dgm:chMax val="0"/>
          <dgm:chPref val="0"/>
        </dgm:presLayoutVars>
      </dgm:prSet>
      <dgm:spPr/>
    </dgm:pt>
    <dgm:pt modelId="{CABD23EC-B129-4331-8F0B-96AEB05471F8}" type="pres">
      <dgm:prSet presAssocID="{DABF5B35-37A9-476A-B42D-8086D7542848}" presName="sibTrans" presStyleCnt="0"/>
      <dgm:spPr/>
    </dgm:pt>
    <dgm:pt modelId="{1A708DFB-9AAA-4036-B2DA-BA44DD3F1665}" type="pres">
      <dgm:prSet presAssocID="{87F72E3F-8D5B-465C-A376-AF4196BA0D82}" presName="compNode" presStyleCnt="0"/>
      <dgm:spPr/>
    </dgm:pt>
    <dgm:pt modelId="{934A824F-358D-4FA1-88AC-B1CA6AE06AD4}" type="pres">
      <dgm:prSet presAssocID="{87F72E3F-8D5B-465C-A376-AF4196BA0D82}" presName="bgRect" presStyleLbl="bgShp" presStyleIdx="1" presStyleCnt="4"/>
      <dgm:spPr/>
    </dgm:pt>
    <dgm:pt modelId="{F4602DD5-7613-4D32-ADF6-80E5CE12D991}" type="pres">
      <dgm:prSet presAssocID="{87F72E3F-8D5B-465C-A376-AF4196BA0D8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46658CC-6839-434C-A0ED-C81B108BB518}" type="pres">
      <dgm:prSet presAssocID="{87F72E3F-8D5B-465C-A376-AF4196BA0D82}" presName="spaceRect" presStyleCnt="0"/>
      <dgm:spPr/>
    </dgm:pt>
    <dgm:pt modelId="{6EB11A71-2163-48E1-BDE1-53114F1BC400}" type="pres">
      <dgm:prSet presAssocID="{87F72E3F-8D5B-465C-A376-AF4196BA0D82}" presName="parTx" presStyleLbl="revTx" presStyleIdx="1" presStyleCnt="4">
        <dgm:presLayoutVars>
          <dgm:chMax val="0"/>
          <dgm:chPref val="0"/>
        </dgm:presLayoutVars>
      </dgm:prSet>
      <dgm:spPr/>
    </dgm:pt>
    <dgm:pt modelId="{4D509A92-9A31-40B4-8EAE-5CFE673A1E1F}" type="pres">
      <dgm:prSet presAssocID="{D77A2417-EE1A-43C6-935F-66DD7F65FF34}" presName="sibTrans" presStyleCnt="0"/>
      <dgm:spPr/>
    </dgm:pt>
    <dgm:pt modelId="{0CE2113A-56BB-4F99-BEBD-E96256DE945D}" type="pres">
      <dgm:prSet presAssocID="{38C51150-0877-47E5-BBA8-F99D2B8AC9C5}" presName="compNode" presStyleCnt="0"/>
      <dgm:spPr/>
    </dgm:pt>
    <dgm:pt modelId="{AB7739AD-69E7-422E-BE21-9DF3EB1B1373}" type="pres">
      <dgm:prSet presAssocID="{38C51150-0877-47E5-BBA8-F99D2B8AC9C5}" presName="bgRect" presStyleLbl="bgShp" presStyleIdx="2" presStyleCnt="4"/>
      <dgm:spPr/>
    </dgm:pt>
    <dgm:pt modelId="{BC42F1A6-C04F-43F3-8CA3-6EC55C46593A}" type="pres">
      <dgm:prSet presAssocID="{38C51150-0877-47E5-BBA8-F99D2B8AC9C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015B03B-8357-4EB7-9599-B0AE633F5BD5}" type="pres">
      <dgm:prSet presAssocID="{38C51150-0877-47E5-BBA8-F99D2B8AC9C5}" presName="spaceRect" presStyleCnt="0"/>
      <dgm:spPr/>
    </dgm:pt>
    <dgm:pt modelId="{8C7B5454-5574-4C45-9C99-9F9B6B399E8E}" type="pres">
      <dgm:prSet presAssocID="{38C51150-0877-47E5-BBA8-F99D2B8AC9C5}" presName="parTx" presStyleLbl="revTx" presStyleIdx="2" presStyleCnt="4">
        <dgm:presLayoutVars>
          <dgm:chMax val="0"/>
          <dgm:chPref val="0"/>
        </dgm:presLayoutVars>
      </dgm:prSet>
      <dgm:spPr/>
    </dgm:pt>
    <dgm:pt modelId="{F4142309-83B2-47B3-9CE8-7E7F7C42F462}" type="pres">
      <dgm:prSet presAssocID="{653A6A2F-4B9E-4555-A83B-6908C117718E}" presName="sibTrans" presStyleCnt="0"/>
      <dgm:spPr/>
    </dgm:pt>
    <dgm:pt modelId="{DC7FC8EC-2935-48A9-A869-E3CF889F9C14}" type="pres">
      <dgm:prSet presAssocID="{A7918377-CB15-4040-9ED9-C80C730C0AD6}" presName="compNode" presStyleCnt="0"/>
      <dgm:spPr/>
    </dgm:pt>
    <dgm:pt modelId="{778091F0-ED8A-46FF-8811-F443A338C1ED}" type="pres">
      <dgm:prSet presAssocID="{A7918377-CB15-4040-9ED9-C80C730C0AD6}" presName="bgRect" presStyleLbl="bgShp" presStyleIdx="3" presStyleCnt="4"/>
      <dgm:spPr/>
    </dgm:pt>
    <dgm:pt modelId="{CBBD114D-7536-45C7-824E-CF5903BEE648}" type="pres">
      <dgm:prSet presAssocID="{A7918377-CB15-4040-9ED9-C80C730C0A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8AC9653-1D10-48DA-86A9-FDD4C0DEE366}" type="pres">
      <dgm:prSet presAssocID="{A7918377-CB15-4040-9ED9-C80C730C0AD6}" presName="spaceRect" presStyleCnt="0"/>
      <dgm:spPr/>
    </dgm:pt>
    <dgm:pt modelId="{D8D7BF7D-757F-452B-8645-42E057A84149}" type="pres">
      <dgm:prSet presAssocID="{A7918377-CB15-4040-9ED9-C80C730C0AD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AA0B140-F098-4A1F-B3B3-D77FBE2E5432}" type="presOf" srcId="{87F72E3F-8D5B-465C-A376-AF4196BA0D82}" destId="{6EB11A71-2163-48E1-BDE1-53114F1BC400}" srcOrd="0" destOrd="0" presId="urn:microsoft.com/office/officeart/2018/2/layout/IconVerticalSolidList"/>
    <dgm:cxn modelId="{E87B156C-C0AC-4A07-8B2E-F248BE13F8C5}" srcId="{3F2B17CC-85C1-4D75-A988-00D2C7DA5232}" destId="{92A60C0E-9278-4D5B-BA77-97AC9CE9C6BD}" srcOrd="0" destOrd="0" parTransId="{009429EC-254D-4A3C-A12D-18234B6BC8E9}" sibTransId="{DABF5B35-37A9-476A-B42D-8086D7542848}"/>
    <dgm:cxn modelId="{39C9C470-8B72-4B26-AB15-2B27D3F59C57}" srcId="{3F2B17CC-85C1-4D75-A988-00D2C7DA5232}" destId="{A7918377-CB15-4040-9ED9-C80C730C0AD6}" srcOrd="3" destOrd="0" parTransId="{D438DA19-0D20-4F6B-A9FF-6AAF7367F85D}" sibTransId="{144C03C0-F070-406E-B782-6CBE9FB29294}"/>
    <dgm:cxn modelId="{EE2F0373-95BE-41EF-A9AC-8FB038EE4902}" type="presOf" srcId="{A7918377-CB15-4040-9ED9-C80C730C0AD6}" destId="{D8D7BF7D-757F-452B-8645-42E057A84149}" srcOrd="0" destOrd="0" presId="urn:microsoft.com/office/officeart/2018/2/layout/IconVerticalSolidList"/>
    <dgm:cxn modelId="{AEE5DE87-3724-421E-A494-C0A45150DDC1}" srcId="{3F2B17CC-85C1-4D75-A988-00D2C7DA5232}" destId="{38C51150-0877-47E5-BBA8-F99D2B8AC9C5}" srcOrd="2" destOrd="0" parTransId="{81758A00-7885-4287-B916-8354E16CF094}" sibTransId="{653A6A2F-4B9E-4555-A83B-6908C117718E}"/>
    <dgm:cxn modelId="{A24DEDB3-3B06-41F9-A5BB-AE57EDA31F14}" type="presOf" srcId="{3F2B17CC-85C1-4D75-A988-00D2C7DA5232}" destId="{02ADD2C1-E436-4652-968C-8A01DDA05ECB}" srcOrd="0" destOrd="0" presId="urn:microsoft.com/office/officeart/2018/2/layout/IconVerticalSolidList"/>
    <dgm:cxn modelId="{88F10FB5-343D-41F8-B483-75BCCC3FE72A}" type="presOf" srcId="{92A60C0E-9278-4D5B-BA77-97AC9CE9C6BD}" destId="{56B18453-2CD3-4765-A90C-2DA2DA3EACFE}" srcOrd="0" destOrd="0" presId="urn:microsoft.com/office/officeart/2018/2/layout/IconVerticalSolidList"/>
    <dgm:cxn modelId="{097A7FE1-2416-4E04-BC02-76BCE97A09E3}" type="presOf" srcId="{38C51150-0877-47E5-BBA8-F99D2B8AC9C5}" destId="{8C7B5454-5574-4C45-9C99-9F9B6B399E8E}" srcOrd="0" destOrd="0" presId="urn:microsoft.com/office/officeart/2018/2/layout/IconVerticalSolidList"/>
    <dgm:cxn modelId="{E243DFE7-2D4A-401E-84FC-861DAF4D91EE}" srcId="{3F2B17CC-85C1-4D75-A988-00D2C7DA5232}" destId="{87F72E3F-8D5B-465C-A376-AF4196BA0D82}" srcOrd="1" destOrd="0" parTransId="{665440EF-9D1A-4492-AD7B-742115504B10}" sibTransId="{D77A2417-EE1A-43C6-935F-66DD7F65FF34}"/>
    <dgm:cxn modelId="{AA14D612-504A-4100-8785-4682180A9429}" type="presParOf" srcId="{02ADD2C1-E436-4652-968C-8A01DDA05ECB}" destId="{02E6B7AD-87A1-47A0-9990-F140FDF57AE5}" srcOrd="0" destOrd="0" presId="urn:microsoft.com/office/officeart/2018/2/layout/IconVerticalSolidList"/>
    <dgm:cxn modelId="{2A67FEB2-6201-4D05-9273-2E658FA0919C}" type="presParOf" srcId="{02E6B7AD-87A1-47A0-9990-F140FDF57AE5}" destId="{13FD7298-8295-48D1-8BD4-7F17E154CB53}" srcOrd="0" destOrd="0" presId="urn:microsoft.com/office/officeart/2018/2/layout/IconVerticalSolidList"/>
    <dgm:cxn modelId="{650342DE-AC92-46DC-ACF9-13A97C6FCB64}" type="presParOf" srcId="{02E6B7AD-87A1-47A0-9990-F140FDF57AE5}" destId="{5DEB4964-6D31-47E3-97DA-F1C7CE67F0B7}" srcOrd="1" destOrd="0" presId="urn:microsoft.com/office/officeart/2018/2/layout/IconVerticalSolidList"/>
    <dgm:cxn modelId="{1F234B9E-0714-438D-945D-E0B47C5FF63A}" type="presParOf" srcId="{02E6B7AD-87A1-47A0-9990-F140FDF57AE5}" destId="{B9DB7CC5-87E0-4B96-A2B3-A5DA22DAEEA7}" srcOrd="2" destOrd="0" presId="urn:microsoft.com/office/officeart/2018/2/layout/IconVerticalSolidList"/>
    <dgm:cxn modelId="{DFC847CC-8920-4067-BDDB-765D4B4D57E8}" type="presParOf" srcId="{02E6B7AD-87A1-47A0-9990-F140FDF57AE5}" destId="{56B18453-2CD3-4765-A90C-2DA2DA3EACFE}" srcOrd="3" destOrd="0" presId="urn:microsoft.com/office/officeart/2018/2/layout/IconVerticalSolidList"/>
    <dgm:cxn modelId="{16BA8ECA-3766-4667-A65C-E821E3D3DE69}" type="presParOf" srcId="{02ADD2C1-E436-4652-968C-8A01DDA05ECB}" destId="{CABD23EC-B129-4331-8F0B-96AEB05471F8}" srcOrd="1" destOrd="0" presId="urn:microsoft.com/office/officeart/2018/2/layout/IconVerticalSolidList"/>
    <dgm:cxn modelId="{C8230D45-D3F7-45CC-B0FB-DE6481488EE3}" type="presParOf" srcId="{02ADD2C1-E436-4652-968C-8A01DDA05ECB}" destId="{1A708DFB-9AAA-4036-B2DA-BA44DD3F1665}" srcOrd="2" destOrd="0" presId="urn:microsoft.com/office/officeart/2018/2/layout/IconVerticalSolidList"/>
    <dgm:cxn modelId="{4F2C2819-949A-4D82-9413-60EFF849F273}" type="presParOf" srcId="{1A708DFB-9AAA-4036-B2DA-BA44DD3F1665}" destId="{934A824F-358D-4FA1-88AC-B1CA6AE06AD4}" srcOrd="0" destOrd="0" presId="urn:microsoft.com/office/officeart/2018/2/layout/IconVerticalSolidList"/>
    <dgm:cxn modelId="{44C6A61B-09ED-4F25-A1CA-B4CECB80CF16}" type="presParOf" srcId="{1A708DFB-9AAA-4036-B2DA-BA44DD3F1665}" destId="{F4602DD5-7613-4D32-ADF6-80E5CE12D991}" srcOrd="1" destOrd="0" presId="urn:microsoft.com/office/officeart/2018/2/layout/IconVerticalSolidList"/>
    <dgm:cxn modelId="{1F1DC60C-23C0-4606-BEFF-AD380EF055DB}" type="presParOf" srcId="{1A708DFB-9AAA-4036-B2DA-BA44DD3F1665}" destId="{146658CC-6839-434C-A0ED-C81B108BB518}" srcOrd="2" destOrd="0" presId="urn:microsoft.com/office/officeart/2018/2/layout/IconVerticalSolidList"/>
    <dgm:cxn modelId="{624501BA-9A99-4FE9-8D99-BE870E4A6DDE}" type="presParOf" srcId="{1A708DFB-9AAA-4036-B2DA-BA44DD3F1665}" destId="{6EB11A71-2163-48E1-BDE1-53114F1BC400}" srcOrd="3" destOrd="0" presId="urn:microsoft.com/office/officeart/2018/2/layout/IconVerticalSolidList"/>
    <dgm:cxn modelId="{87BF912F-27E5-4A82-B19D-F7857E53EB72}" type="presParOf" srcId="{02ADD2C1-E436-4652-968C-8A01DDA05ECB}" destId="{4D509A92-9A31-40B4-8EAE-5CFE673A1E1F}" srcOrd="3" destOrd="0" presId="urn:microsoft.com/office/officeart/2018/2/layout/IconVerticalSolidList"/>
    <dgm:cxn modelId="{3C415ECB-A41E-4EAA-84BA-D4C513E91722}" type="presParOf" srcId="{02ADD2C1-E436-4652-968C-8A01DDA05ECB}" destId="{0CE2113A-56BB-4F99-BEBD-E96256DE945D}" srcOrd="4" destOrd="0" presId="urn:microsoft.com/office/officeart/2018/2/layout/IconVerticalSolidList"/>
    <dgm:cxn modelId="{E13AFA8F-987D-4C12-832B-49303E6A31BA}" type="presParOf" srcId="{0CE2113A-56BB-4F99-BEBD-E96256DE945D}" destId="{AB7739AD-69E7-422E-BE21-9DF3EB1B1373}" srcOrd="0" destOrd="0" presId="urn:microsoft.com/office/officeart/2018/2/layout/IconVerticalSolidList"/>
    <dgm:cxn modelId="{3F52DE28-118F-44D1-A2A1-57D7ABC1ECD7}" type="presParOf" srcId="{0CE2113A-56BB-4F99-BEBD-E96256DE945D}" destId="{BC42F1A6-C04F-43F3-8CA3-6EC55C46593A}" srcOrd="1" destOrd="0" presId="urn:microsoft.com/office/officeart/2018/2/layout/IconVerticalSolidList"/>
    <dgm:cxn modelId="{871AA8A1-955B-4D65-AE66-E2EC432B114D}" type="presParOf" srcId="{0CE2113A-56BB-4F99-BEBD-E96256DE945D}" destId="{1015B03B-8357-4EB7-9599-B0AE633F5BD5}" srcOrd="2" destOrd="0" presId="urn:microsoft.com/office/officeart/2018/2/layout/IconVerticalSolidList"/>
    <dgm:cxn modelId="{F13611AB-BE93-4454-8C3A-ADBD5B702F5F}" type="presParOf" srcId="{0CE2113A-56BB-4F99-BEBD-E96256DE945D}" destId="{8C7B5454-5574-4C45-9C99-9F9B6B399E8E}" srcOrd="3" destOrd="0" presId="urn:microsoft.com/office/officeart/2018/2/layout/IconVerticalSolidList"/>
    <dgm:cxn modelId="{EBB93A64-A0FF-406B-9302-C992492F99E3}" type="presParOf" srcId="{02ADD2C1-E436-4652-968C-8A01DDA05ECB}" destId="{F4142309-83B2-47B3-9CE8-7E7F7C42F462}" srcOrd="5" destOrd="0" presId="urn:microsoft.com/office/officeart/2018/2/layout/IconVerticalSolidList"/>
    <dgm:cxn modelId="{5073B8DA-68F2-406D-984C-AA6FD0E6C529}" type="presParOf" srcId="{02ADD2C1-E436-4652-968C-8A01DDA05ECB}" destId="{DC7FC8EC-2935-48A9-A869-E3CF889F9C14}" srcOrd="6" destOrd="0" presId="urn:microsoft.com/office/officeart/2018/2/layout/IconVerticalSolidList"/>
    <dgm:cxn modelId="{804C8D4F-5E44-4958-ACCD-F6D6569965ED}" type="presParOf" srcId="{DC7FC8EC-2935-48A9-A869-E3CF889F9C14}" destId="{778091F0-ED8A-46FF-8811-F443A338C1ED}" srcOrd="0" destOrd="0" presId="urn:microsoft.com/office/officeart/2018/2/layout/IconVerticalSolidList"/>
    <dgm:cxn modelId="{A0BFE330-4639-4C26-AC6B-54105BE2664F}" type="presParOf" srcId="{DC7FC8EC-2935-48A9-A869-E3CF889F9C14}" destId="{CBBD114D-7536-45C7-824E-CF5903BEE648}" srcOrd="1" destOrd="0" presId="urn:microsoft.com/office/officeart/2018/2/layout/IconVerticalSolidList"/>
    <dgm:cxn modelId="{4A9641B9-B4CB-4B5B-A6C4-172DD881B446}" type="presParOf" srcId="{DC7FC8EC-2935-48A9-A869-E3CF889F9C14}" destId="{48AC9653-1D10-48DA-86A9-FDD4C0DEE366}" srcOrd="2" destOrd="0" presId="urn:microsoft.com/office/officeart/2018/2/layout/IconVerticalSolidList"/>
    <dgm:cxn modelId="{096D5802-714B-4CD6-943C-ABD269C778FF}" type="presParOf" srcId="{DC7FC8EC-2935-48A9-A869-E3CF889F9C14}" destId="{D8D7BF7D-757F-452B-8645-42E057A841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15592A-E4A2-435E-926D-54F81DF4ADF2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43300A7-C057-4BD2-92DC-F07E2BD3E235}">
      <dgm:prSet/>
      <dgm:spPr/>
      <dgm:t>
        <a:bodyPr/>
        <a:lstStyle/>
        <a:p>
          <a:r>
            <a:rPr lang="en-US"/>
            <a:t>Develop an ETL pipeline for mutual fund data.</a:t>
          </a:r>
        </a:p>
      </dgm:t>
    </dgm:pt>
    <dgm:pt modelId="{5F78B6C6-5DD8-4D95-8034-2DF7DB7E8F52}" type="parTrans" cxnId="{BAC111CD-9BCA-42C5-B2C5-260C5D92A757}">
      <dgm:prSet/>
      <dgm:spPr/>
      <dgm:t>
        <a:bodyPr/>
        <a:lstStyle/>
        <a:p>
          <a:endParaRPr lang="en-US"/>
        </a:p>
      </dgm:t>
    </dgm:pt>
    <dgm:pt modelId="{EFE31B34-C4D6-4B3E-90ED-4BDAA10E6F03}" type="sibTrans" cxnId="{BAC111CD-9BCA-42C5-B2C5-260C5D92A75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5FEA8BD-C350-4144-8793-F0CACC2D78D2}">
      <dgm:prSet/>
      <dgm:spPr/>
      <dgm:t>
        <a:bodyPr/>
        <a:lstStyle/>
        <a:p>
          <a:r>
            <a:rPr lang="en-US"/>
            <a:t>Clean and preprocess datasets.</a:t>
          </a:r>
        </a:p>
      </dgm:t>
    </dgm:pt>
    <dgm:pt modelId="{0E02128A-B127-4DF7-B9CB-19D02E8F0F7B}" type="parTrans" cxnId="{A56D4061-3507-4B2A-A35C-388666CFE58F}">
      <dgm:prSet/>
      <dgm:spPr/>
      <dgm:t>
        <a:bodyPr/>
        <a:lstStyle/>
        <a:p>
          <a:endParaRPr lang="en-US"/>
        </a:p>
      </dgm:t>
    </dgm:pt>
    <dgm:pt modelId="{D4DFA4B9-28DE-4D33-9159-FFB5E3C09D6F}" type="sibTrans" cxnId="{A56D4061-3507-4B2A-A35C-388666CFE58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39344E7-23E9-45AB-839E-5011CE03E341}">
      <dgm:prSet/>
      <dgm:spPr/>
      <dgm:t>
        <a:bodyPr/>
        <a:lstStyle/>
        <a:p>
          <a:r>
            <a:rPr lang="en-US"/>
            <a:t>Store processed data in SQLite.</a:t>
          </a:r>
        </a:p>
      </dgm:t>
    </dgm:pt>
    <dgm:pt modelId="{DA45139F-D91D-4714-95D9-F883E9ACCC8D}" type="parTrans" cxnId="{E9377732-4EAF-4FA7-B221-7F171CAEB1AD}">
      <dgm:prSet/>
      <dgm:spPr/>
      <dgm:t>
        <a:bodyPr/>
        <a:lstStyle/>
        <a:p>
          <a:endParaRPr lang="en-US"/>
        </a:p>
      </dgm:t>
    </dgm:pt>
    <dgm:pt modelId="{C3C680CB-6D5A-484F-B961-AC15A9038ADB}" type="sibTrans" cxnId="{E9377732-4EAF-4FA7-B221-7F171CAEB1A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2B7A590-4A81-4A5E-BA79-25247D0A1168}">
      <dgm:prSet/>
      <dgm:spPr/>
      <dgm:t>
        <a:bodyPr/>
        <a:lstStyle/>
        <a:p>
          <a:r>
            <a:rPr lang="en-US"/>
            <a:t>Perform EDA and advanced analytics.</a:t>
          </a:r>
        </a:p>
      </dgm:t>
    </dgm:pt>
    <dgm:pt modelId="{79B40375-A576-49B3-8CD7-4D259EC5ECC1}" type="parTrans" cxnId="{BA554B8E-A036-405A-922B-1368824DA783}">
      <dgm:prSet/>
      <dgm:spPr/>
      <dgm:t>
        <a:bodyPr/>
        <a:lstStyle/>
        <a:p>
          <a:endParaRPr lang="en-US"/>
        </a:p>
      </dgm:t>
    </dgm:pt>
    <dgm:pt modelId="{1B34708D-25D3-4E1D-99BA-9FEE32EC4CFD}" type="sibTrans" cxnId="{BA554B8E-A036-405A-922B-1368824DA783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649EFC5-FA8B-4CB3-BAC8-D6E6F986BF84}">
      <dgm:prSet/>
      <dgm:spPr/>
      <dgm:t>
        <a:bodyPr/>
        <a:lstStyle/>
        <a:p>
          <a:r>
            <a:rPr lang="en-US"/>
            <a:t>Build interactive dashboards and generate business insights.</a:t>
          </a:r>
        </a:p>
      </dgm:t>
    </dgm:pt>
    <dgm:pt modelId="{43992E8A-184C-456B-9329-19BA1631CA24}" type="parTrans" cxnId="{31F83A4F-6D93-4D75-AA5F-F83FD2CCC816}">
      <dgm:prSet/>
      <dgm:spPr/>
      <dgm:t>
        <a:bodyPr/>
        <a:lstStyle/>
        <a:p>
          <a:endParaRPr lang="en-US"/>
        </a:p>
      </dgm:t>
    </dgm:pt>
    <dgm:pt modelId="{1EF88AD8-AB9F-4DB7-9057-FDD9FEB0544D}" type="sibTrans" cxnId="{31F83A4F-6D93-4D75-AA5F-F83FD2CCC816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FDC70603-CD33-4F7E-A96C-A2BEC8C8FE69}" type="pres">
      <dgm:prSet presAssocID="{E315592A-E4A2-435E-926D-54F81DF4ADF2}" presName="linearFlow" presStyleCnt="0">
        <dgm:presLayoutVars>
          <dgm:dir/>
          <dgm:animLvl val="lvl"/>
          <dgm:resizeHandles val="exact"/>
        </dgm:presLayoutVars>
      </dgm:prSet>
      <dgm:spPr/>
    </dgm:pt>
    <dgm:pt modelId="{897024C5-DA32-472D-8B45-487A5BCC8614}" type="pres">
      <dgm:prSet presAssocID="{943300A7-C057-4BD2-92DC-F07E2BD3E235}" presName="compositeNode" presStyleCnt="0"/>
      <dgm:spPr/>
    </dgm:pt>
    <dgm:pt modelId="{E72B3BB1-D684-4542-875F-3CB587E3ED45}" type="pres">
      <dgm:prSet presAssocID="{943300A7-C057-4BD2-92DC-F07E2BD3E23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2A4160F-53CA-4B67-B4CB-E6317CC40F25}" type="pres">
      <dgm:prSet presAssocID="{943300A7-C057-4BD2-92DC-F07E2BD3E235}" presName="parSh" presStyleCnt="0"/>
      <dgm:spPr/>
    </dgm:pt>
    <dgm:pt modelId="{288FCC6C-35BC-4087-A4B3-C5B7AD0469EE}" type="pres">
      <dgm:prSet presAssocID="{943300A7-C057-4BD2-92DC-F07E2BD3E235}" presName="lineNode" presStyleLbl="alignAccFollowNode1" presStyleIdx="0" presStyleCnt="15"/>
      <dgm:spPr/>
    </dgm:pt>
    <dgm:pt modelId="{5C0929F7-956B-4FD0-8962-12D69C8FE8A9}" type="pres">
      <dgm:prSet presAssocID="{943300A7-C057-4BD2-92DC-F07E2BD3E235}" presName="lineArrowNode" presStyleLbl="alignAccFollowNode1" presStyleIdx="1" presStyleCnt="15"/>
      <dgm:spPr/>
    </dgm:pt>
    <dgm:pt modelId="{E9F52E0F-458C-4A74-9668-ADC9BA614DF7}" type="pres">
      <dgm:prSet presAssocID="{EFE31B34-C4D6-4B3E-90ED-4BDAA10E6F03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26B366CF-8EE7-4B4E-B461-0DF89ECE7D29}" type="pres">
      <dgm:prSet presAssocID="{EFE31B34-C4D6-4B3E-90ED-4BDAA10E6F03}" presName="spacerBetweenCircleAndCallout" presStyleCnt="0">
        <dgm:presLayoutVars/>
      </dgm:prSet>
      <dgm:spPr/>
    </dgm:pt>
    <dgm:pt modelId="{5B95C59B-0D83-4AB7-A471-E7C04F66B1B8}" type="pres">
      <dgm:prSet presAssocID="{943300A7-C057-4BD2-92DC-F07E2BD3E235}" presName="nodeText" presStyleLbl="alignAccFollowNode1" presStyleIdx="2" presStyleCnt="15">
        <dgm:presLayoutVars>
          <dgm:bulletEnabled val="1"/>
        </dgm:presLayoutVars>
      </dgm:prSet>
      <dgm:spPr/>
    </dgm:pt>
    <dgm:pt modelId="{B10C3279-782A-4DCD-A212-877946A55261}" type="pres">
      <dgm:prSet presAssocID="{EFE31B34-C4D6-4B3E-90ED-4BDAA10E6F03}" presName="sibTransComposite" presStyleCnt="0"/>
      <dgm:spPr/>
    </dgm:pt>
    <dgm:pt modelId="{315C0897-2246-4A0B-89D5-16D1FDD11CAF}" type="pres">
      <dgm:prSet presAssocID="{45FEA8BD-C350-4144-8793-F0CACC2D78D2}" presName="compositeNode" presStyleCnt="0"/>
      <dgm:spPr/>
    </dgm:pt>
    <dgm:pt modelId="{512FBCD8-7962-4A45-847F-597DDD09F6C9}" type="pres">
      <dgm:prSet presAssocID="{45FEA8BD-C350-4144-8793-F0CACC2D78D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70AFD09-02B1-4FD7-9735-07A2ABF1E1D3}" type="pres">
      <dgm:prSet presAssocID="{45FEA8BD-C350-4144-8793-F0CACC2D78D2}" presName="parSh" presStyleCnt="0"/>
      <dgm:spPr/>
    </dgm:pt>
    <dgm:pt modelId="{0491F5ED-4BF1-4021-92F1-B0F4207264C5}" type="pres">
      <dgm:prSet presAssocID="{45FEA8BD-C350-4144-8793-F0CACC2D78D2}" presName="lineNode" presStyleLbl="alignAccFollowNode1" presStyleIdx="3" presStyleCnt="15"/>
      <dgm:spPr/>
    </dgm:pt>
    <dgm:pt modelId="{382D2AF4-9CD2-4050-AF8A-50ED309976E6}" type="pres">
      <dgm:prSet presAssocID="{45FEA8BD-C350-4144-8793-F0CACC2D78D2}" presName="lineArrowNode" presStyleLbl="alignAccFollowNode1" presStyleIdx="4" presStyleCnt="15"/>
      <dgm:spPr/>
    </dgm:pt>
    <dgm:pt modelId="{B4B81E79-A633-4FCE-9941-B5CDAF3B0013}" type="pres">
      <dgm:prSet presAssocID="{D4DFA4B9-28DE-4D33-9159-FFB5E3C09D6F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A8A33E39-2AAD-4B12-9DD2-E495688A9B76}" type="pres">
      <dgm:prSet presAssocID="{D4DFA4B9-28DE-4D33-9159-FFB5E3C09D6F}" presName="spacerBetweenCircleAndCallout" presStyleCnt="0">
        <dgm:presLayoutVars/>
      </dgm:prSet>
      <dgm:spPr/>
    </dgm:pt>
    <dgm:pt modelId="{3E4AB283-999D-4046-9222-1D2F54BA02EF}" type="pres">
      <dgm:prSet presAssocID="{45FEA8BD-C350-4144-8793-F0CACC2D78D2}" presName="nodeText" presStyleLbl="alignAccFollowNode1" presStyleIdx="5" presStyleCnt="15">
        <dgm:presLayoutVars>
          <dgm:bulletEnabled val="1"/>
        </dgm:presLayoutVars>
      </dgm:prSet>
      <dgm:spPr/>
    </dgm:pt>
    <dgm:pt modelId="{43ED76F6-7816-42D4-8268-AC44EE38FAA8}" type="pres">
      <dgm:prSet presAssocID="{D4DFA4B9-28DE-4D33-9159-FFB5E3C09D6F}" presName="sibTransComposite" presStyleCnt="0"/>
      <dgm:spPr/>
    </dgm:pt>
    <dgm:pt modelId="{E5D8141F-8130-422D-AAB3-C4A2194FADF1}" type="pres">
      <dgm:prSet presAssocID="{B39344E7-23E9-45AB-839E-5011CE03E341}" presName="compositeNode" presStyleCnt="0"/>
      <dgm:spPr/>
    </dgm:pt>
    <dgm:pt modelId="{E2EE5154-3B68-466A-9F4C-41471791476C}" type="pres">
      <dgm:prSet presAssocID="{B39344E7-23E9-45AB-839E-5011CE03E34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26DA234-A02E-4891-B311-865DB472376A}" type="pres">
      <dgm:prSet presAssocID="{B39344E7-23E9-45AB-839E-5011CE03E341}" presName="parSh" presStyleCnt="0"/>
      <dgm:spPr/>
    </dgm:pt>
    <dgm:pt modelId="{89CF5E0E-F405-42BF-994C-06617489D720}" type="pres">
      <dgm:prSet presAssocID="{B39344E7-23E9-45AB-839E-5011CE03E341}" presName="lineNode" presStyleLbl="alignAccFollowNode1" presStyleIdx="6" presStyleCnt="15"/>
      <dgm:spPr/>
    </dgm:pt>
    <dgm:pt modelId="{C97B0231-0618-47C8-A7A5-990D7FB152BC}" type="pres">
      <dgm:prSet presAssocID="{B39344E7-23E9-45AB-839E-5011CE03E341}" presName="lineArrowNode" presStyleLbl="alignAccFollowNode1" presStyleIdx="7" presStyleCnt="15"/>
      <dgm:spPr/>
    </dgm:pt>
    <dgm:pt modelId="{4B9761F8-EF2A-4210-92C2-B55EF27315E7}" type="pres">
      <dgm:prSet presAssocID="{C3C680CB-6D5A-484F-B961-AC15A9038ADB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01A92F68-A3B1-481A-B729-1C4570E38EDC}" type="pres">
      <dgm:prSet presAssocID="{C3C680CB-6D5A-484F-B961-AC15A9038ADB}" presName="spacerBetweenCircleAndCallout" presStyleCnt="0">
        <dgm:presLayoutVars/>
      </dgm:prSet>
      <dgm:spPr/>
    </dgm:pt>
    <dgm:pt modelId="{8A60AFEA-8B26-4B5C-A7A6-B5C288F4953E}" type="pres">
      <dgm:prSet presAssocID="{B39344E7-23E9-45AB-839E-5011CE03E341}" presName="nodeText" presStyleLbl="alignAccFollowNode1" presStyleIdx="8" presStyleCnt="15">
        <dgm:presLayoutVars>
          <dgm:bulletEnabled val="1"/>
        </dgm:presLayoutVars>
      </dgm:prSet>
      <dgm:spPr/>
    </dgm:pt>
    <dgm:pt modelId="{9A8CE090-4511-4980-9B28-749233F6275B}" type="pres">
      <dgm:prSet presAssocID="{C3C680CB-6D5A-484F-B961-AC15A9038ADB}" presName="sibTransComposite" presStyleCnt="0"/>
      <dgm:spPr/>
    </dgm:pt>
    <dgm:pt modelId="{145AEAD2-B47D-4D97-ABA9-46DA9F3E31FA}" type="pres">
      <dgm:prSet presAssocID="{D2B7A590-4A81-4A5E-BA79-25247D0A1168}" presName="compositeNode" presStyleCnt="0"/>
      <dgm:spPr/>
    </dgm:pt>
    <dgm:pt modelId="{D0A519DB-D75D-4E46-AD43-BB47A3782E72}" type="pres">
      <dgm:prSet presAssocID="{D2B7A590-4A81-4A5E-BA79-25247D0A116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F277BC6-7336-4263-ABD0-92C65159FB89}" type="pres">
      <dgm:prSet presAssocID="{D2B7A590-4A81-4A5E-BA79-25247D0A1168}" presName="parSh" presStyleCnt="0"/>
      <dgm:spPr/>
    </dgm:pt>
    <dgm:pt modelId="{4F6C940C-166A-4CCA-BB49-CFE8F019F5BE}" type="pres">
      <dgm:prSet presAssocID="{D2B7A590-4A81-4A5E-BA79-25247D0A1168}" presName="lineNode" presStyleLbl="alignAccFollowNode1" presStyleIdx="9" presStyleCnt="15"/>
      <dgm:spPr/>
    </dgm:pt>
    <dgm:pt modelId="{E4167A92-7C8A-4B28-BF5A-535D0768BBC9}" type="pres">
      <dgm:prSet presAssocID="{D2B7A590-4A81-4A5E-BA79-25247D0A1168}" presName="lineArrowNode" presStyleLbl="alignAccFollowNode1" presStyleIdx="10" presStyleCnt="15"/>
      <dgm:spPr/>
    </dgm:pt>
    <dgm:pt modelId="{AC52431B-8550-40F4-B313-52B1895D6FC5}" type="pres">
      <dgm:prSet presAssocID="{1B34708D-25D3-4E1D-99BA-9FEE32EC4CFD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7D57B8D8-F7A8-4B3D-BB82-ECF4618DEA36}" type="pres">
      <dgm:prSet presAssocID="{1B34708D-25D3-4E1D-99BA-9FEE32EC4CFD}" presName="spacerBetweenCircleAndCallout" presStyleCnt="0">
        <dgm:presLayoutVars/>
      </dgm:prSet>
      <dgm:spPr/>
    </dgm:pt>
    <dgm:pt modelId="{E3FC1CD5-2FF7-40CC-B368-3DEA17D961E6}" type="pres">
      <dgm:prSet presAssocID="{D2B7A590-4A81-4A5E-BA79-25247D0A1168}" presName="nodeText" presStyleLbl="alignAccFollowNode1" presStyleIdx="11" presStyleCnt="15">
        <dgm:presLayoutVars>
          <dgm:bulletEnabled val="1"/>
        </dgm:presLayoutVars>
      </dgm:prSet>
      <dgm:spPr/>
    </dgm:pt>
    <dgm:pt modelId="{59A4349B-1AD0-4398-83D6-145EC766D6C1}" type="pres">
      <dgm:prSet presAssocID="{1B34708D-25D3-4E1D-99BA-9FEE32EC4CFD}" presName="sibTransComposite" presStyleCnt="0"/>
      <dgm:spPr/>
    </dgm:pt>
    <dgm:pt modelId="{026A294F-599C-44A5-B062-C39A0D82E708}" type="pres">
      <dgm:prSet presAssocID="{D649EFC5-FA8B-4CB3-BAC8-D6E6F986BF84}" presName="compositeNode" presStyleCnt="0"/>
      <dgm:spPr/>
    </dgm:pt>
    <dgm:pt modelId="{F6CF0001-D56C-45D3-9FE8-BB12CF3053E2}" type="pres">
      <dgm:prSet presAssocID="{D649EFC5-FA8B-4CB3-BAC8-D6E6F986BF8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6D4CD00-7CE6-4E07-A9FD-43E3256BF927}" type="pres">
      <dgm:prSet presAssocID="{D649EFC5-FA8B-4CB3-BAC8-D6E6F986BF84}" presName="parSh" presStyleCnt="0"/>
      <dgm:spPr/>
    </dgm:pt>
    <dgm:pt modelId="{25D535B5-1101-4368-8508-B057B78B670F}" type="pres">
      <dgm:prSet presAssocID="{D649EFC5-FA8B-4CB3-BAC8-D6E6F986BF84}" presName="lineNode" presStyleLbl="alignAccFollowNode1" presStyleIdx="12" presStyleCnt="15"/>
      <dgm:spPr/>
    </dgm:pt>
    <dgm:pt modelId="{070BC9F4-369D-4683-8E4C-152372627A2B}" type="pres">
      <dgm:prSet presAssocID="{D649EFC5-FA8B-4CB3-BAC8-D6E6F986BF84}" presName="lineArrowNode" presStyleLbl="alignAccFollowNode1" presStyleIdx="13" presStyleCnt="15"/>
      <dgm:spPr/>
    </dgm:pt>
    <dgm:pt modelId="{CE8375E6-403B-4FBB-9709-A997DB1B9B6D}" type="pres">
      <dgm:prSet presAssocID="{1EF88AD8-AB9F-4DB7-9057-FDD9FEB0544D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E5478652-2C30-409F-B661-2C438B9F213E}" type="pres">
      <dgm:prSet presAssocID="{1EF88AD8-AB9F-4DB7-9057-FDD9FEB0544D}" presName="spacerBetweenCircleAndCallout" presStyleCnt="0">
        <dgm:presLayoutVars/>
      </dgm:prSet>
      <dgm:spPr/>
    </dgm:pt>
    <dgm:pt modelId="{3FD4B485-63F0-4180-B37B-44598F54F5D2}" type="pres">
      <dgm:prSet presAssocID="{D649EFC5-FA8B-4CB3-BAC8-D6E6F986BF84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D1C8EB12-8471-4586-80F0-993838980D49}" type="presOf" srcId="{E315592A-E4A2-435E-926D-54F81DF4ADF2}" destId="{FDC70603-CD33-4F7E-A96C-A2BEC8C8FE69}" srcOrd="0" destOrd="0" presId="urn:microsoft.com/office/officeart/2016/7/layout/LinearArrowProcessNumbered"/>
    <dgm:cxn modelId="{452D0C21-86D4-4B02-94C9-80C0E0A1296A}" type="presOf" srcId="{C3C680CB-6D5A-484F-B961-AC15A9038ADB}" destId="{4B9761F8-EF2A-4210-92C2-B55EF27315E7}" srcOrd="0" destOrd="0" presId="urn:microsoft.com/office/officeart/2016/7/layout/LinearArrowProcessNumbered"/>
    <dgm:cxn modelId="{E9377732-4EAF-4FA7-B221-7F171CAEB1AD}" srcId="{E315592A-E4A2-435E-926D-54F81DF4ADF2}" destId="{B39344E7-23E9-45AB-839E-5011CE03E341}" srcOrd="2" destOrd="0" parTransId="{DA45139F-D91D-4714-95D9-F883E9ACCC8D}" sibTransId="{C3C680CB-6D5A-484F-B961-AC15A9038ADB}"/>
    <dgm:cxn modelId="{55368339-5E67-4D15-8250-6A70F3F7DB47}" type="presOf" srcId="{1EF88AD8-AB9F-4DB7-9057-FDD9FEB0544D}" destId="{CE8375E6-403B-4FBB-9709-A997DB1B9B6D}" srcOrd="0" destOrd="0" presId="urn:microsoft.com/office/officeart/2016/7/layout/LinearArrowProcessNumbered"/>
    <dgm:cxn modelId="{A56D4061-3507-4B2A-A35C-388666CFE58F}" srcId="{E315592A-E4A2-435E-926D-54F81DF4ADF2}" destId="{45FEA8BD-C350-4144-8793-F0CACC2D78D2}" srcOrd="1" destOrd="0" parTransId="{0E02128A-B127-4DF7-B9CB-19D02E8F0F7B}" sibTransId="{D4DFA4B9-28DE-4D33-9159-FFB5E3C09D6F}"/>
    <dgm:cxn modelId="{E61B0C69-BD64-4C91-A950-AA6C1492FF60}" type="presOf" srcId="{D2B7A590-4A81-4A5E-BA79-25247D0A1168}" destId="{E3FC1CD5-2FF7-40CC-B368-3DEA17D961E6}" srcOrd="0" destOrd="0" presId="urn:microsoft.com/office/officeart/2016/7/layout/LinearArrowProcessNumbered"/>
    <dgm:cxn modelId="{AA90286D-7637-4610-A835-851644B9B210}" type="presOf" srcId="{45FEA8BD-C350-4144-8793-F0CACC2D78D2}" destId="{3E4AB283-999D-4046-9222-1D2F54BA02EF}" srcOrd="0" destOrd="0" presId="urn:microsoft.com/office/officeart/2016/7/layout/LinearArrowProcessNumbered"/>
    <dgm:cxn modelId="{31F83A4F-6D93-4D75-AA5F-F83FD2CCC816}" srcId="{E315592A-E4A2-435E-926D-54F81DF4ADF2}" destId="{D649EFC5-FA8B-4CB3-BAC8-D6E6F986BF84}" srcOrd="4" destOrd="0" parTransId="{43992E8A-184C-456B-9329-19BA1631CA24}" sibTransId="{1EF88AD8-AB9F-4DB7-9057-FDD9FEB0544D}"/>
    <dgm:cxn modelId="{EB242B70-13D9-47A0-93AB-9ECCBEFB7FED}" type="presOf" srcId="{EFE31B34-C4D6-4B3E-90ED-4BDAA10E6F03}" destId="{E9F52E0F-458C-4A74-9668-ADC9BA614DF7}" srcOrd="0" destOrd="0" presId="urn:microsoft.com/office/officeart/2016/7/layout/LinearArrowProcessNumbered"/>
    <dgm:cxn modelId="{FFB3EB7B-D867-4071-9938-797DC7DE1692}" type="presOf" srcId="{B39344E7-23E9-45AB-839E-5011CE03E341}" destId="{8A60AFEA-8B26-4B5C-A7A6-B5C288F4953E}" srcOrd="0" destOrd="0" presId="urn:microsoft.com/office/officeart/2016/7/layout/LinearArrowProcessNumbered"/>
    <dgm:cxn modelId="{BA554B8E-A036-405A-922B-1368824DA783}" srcId="{E315592A-E4A2-435E-926D-54F81DF4ADF2}" destId="{D2B7A590-4A81-4A5E-BA79-25247D0A1168}" srcOrd="3" destOrd="0" parTransId="{79B40375-A576-49B3-8CD7-4D259EC5ECC1}" sibTransId="{1B34708D-25D3-4E1D-99BA-9FEE32EC4CFD}"/>
    <dgm:cxn modelId="{A81031BF-CA2E-4485-8C0F-B6DCD655246C}" type="presOf" srcId="{1B34708D-25D3-4E1D-99BA-9FEE32EC4CFD}" destId="{AC52431B-8550-40F4-B313-52B1895D6FC5}" srcOrd="0" destOrd="0" presId="urn:microsoft.com/office/officeart/2016/7/layout/LinearArrowProcessNumbered"/>
    <dgm:cxn modelId="{3A2B24C0-FDDD-42BE-97D5-37CA9E0F0D05}" type="presOf" srcId="{D4DFA4B9-28DE-4D33-9159-FFB5E3C09D6F}" destId="{B4B81E79-A633-4FCE-9941-B5CDAF3B0013}" srcOrd="0" destOrd="0" presId="urn:microsoft.com/office/officeart/2016/7/layout/LinearArrowProcessNumbered"/>
    <dgm:cxn modelId="{BAC111CD-9BCA-42C5-B2C5-260C5D92A757}" srcId="{E315592A-E4A2-435E-926D-54F81DF4ADF2}" destId="{943300A7-C057-4BD2-92DC-F07E2BD3E235}" srcOrd="0" destOrd="0" parTransId="{5F78B6C6-5DD8-4D95-8034-2DF7DB7E8F52}" sibTransId="{EFE31B34-C4D6-4B3E-90ED-4BDAA10E6F03}"/>
    <dgm:cxn modelId="{C1F298CD-4ABA-4D65-88EF-38FD6AD53380}" type="presOf" srcId="{943300A7-C057-4BD2-92DC-F07E2BD3E235}" destId="{5B95C59B-0D83-4AB7-A471-E7C04F66B1B8}" srcOrd="0" destOrd="0" presId="urn:microsoft.com/office/officeart/2016/7/layout/LinearArrowProcessNumbered"/>
    <dgm:cxn modelId="{085A5BE6-A23D-40DD-985E-0DA7E7DFF86A}" type="presOf" srcId="{D649EFC5-FA8B-4CB3-BAC8-D6E6F986BF84}" destId="{3FD4B485-63F0-4180-B37B-44598F54F5D2}" srcOrd="0" destOrd="0" presId="urn:microsoft.com/office/officeart/2016/7/layout/LinearArrowProcessNumbered"/>
    <dgm:cxn modelId="{0E08B457-4F84-47C4-8E28-661A0DD4E1C6}" type="presParOf" srcId="{FDC70603-CD33-4F7E-A96C-A2BEC8C8FE69}" destId="{897024C5-DA32-472D-8B45-487A5BCC8614}" srcOrd="0" destOrd="0" presId="urn:microsoft.com/office/officeart/2016/7/layout/LinearArrowProcessNumbered"/>
    <dgm:cxn modelId="{20B5332C-DC49-405B-B1D0-33FF0083BDE2}" type="presParOf" srcId="{897024C5-DA32-472D-8B45-487A5BCC8614}" destId="{E72B3BB1-D684-4542-875F-3CB587E3ED45}" srcOrd="0" destOrd="0" presId="urn:microsoft.com/office/officeart/2016/7/layout/LinearArrowProcessNumbered"/>
    <dgm:cxn modelId="{CC4D01F0-CD9D-45A4-AA92-9B2F2DF8DB81}" type="presParOf" srcId="{897024C5-DA32-472D-8B45-487A5BCC8614}" destId="{12A4160F-53CA-4B67-B4CB-E6317CC40F25}" srcOrd="1" destOrd="0" presId="urn:microsoft.com/office/officeart/2016/7/layout/LinearArrowProcessNumbered"/>
    <dgm:cxn modelId="{6A4C06D8-C77D-4A73-9714-D8820C5D38C5}" type="presParOf" srcId="{12A4160F-53CA-4B67-B4CB-E6317CC40F25}" destId="{288FCC6C-35BC-4087-A4B3-C5B7AD0469EE}" srcOrd="0" destOrd="0" presId="urn:microsoft.com/office/officeart/2016/7/layout/LinearArrowProcessNumbered"/>
    <dgm:cxn modelId="{FA0C743C-E2BD-4A41-BF8C-2EBE0CB10B69}" type="presParOf" srcId="{12A4160F-53CA-4B67-B4CB-E6317CC40F25}" destId="{5C0929F7-956B-4FD0-8962-12D69C8FE8A9}" srcOrd="1" destOrd="0" presId="urn:microsoft.com/office/officeart/2016/7/layout/LinearArrowProcessNumbered"/>
    <dgm:cxn modelId="{7BD93BC4-9487-49A6-A374-370AB4914451}" type="presParOf" srcId="{12A4160F-53CA-4B67-B4CB-E6317CC40F25}" destId="{E9F52E0F-458C-4A74-9668-ADC9BA614DF7}" srcOrd="2" destOrd="0" presId="urn:microsoft.com/office/officeart/2016/7/layout/LinearArrowProcessNumbered"/>
    <dgm:cxn modelId="{FFF9E40C-91D4-488E-9F6B-0F65C57405C3}" type="presParOf" srcId="{12A4160F-53CA-4B67-B4CB-E6317CC40F25}" destId="{26B366CF-8EE7-4B4E-B461-0DF89ECE7D29}" srcOrd="3" destOrd="0" presId="urn:microsoft.com/office/officeart/2016/7/layout/LinearArrowProcessNumbered"/>
    <dgm:cxn modelId="{D1F7741C-34DA-4E43-B8EB-14CC8C7888C2}" type="presParOf" srcId="{897024C5-DA32-472D-8B45-487A5BCC8614}" destId="{5B95C59B-0D83-4AB7-A471-E7C04F66B1B8}" srcOrd="2" destOrd="0" presId="urn:microsoft.com/office/officeart/2016/7/layout/LinearArrowProcessNumbered"/>
    <dgm:cxn modelId="{B37ADD37-0671-4D36-A163-297A5B9C41D6}" type="presParOf" srcId="{FDC70603-CD33-4F7E-A96C-A2BEC8C8FE69}" destId="{B10C3279-782A-4DCD-A212-877946A55261}" srcOrd="1" destOrd="0" presId="urn:microsoft.com/office/officeart/2016/7/layout/LinearArrowProcessNumbered"/>
    <dgm:cxn modelId="{A6BE0ED8-AA3B-4E0D-BD6A-10AEB44CA788}" type="presParOf" srcId="{FDC70603-CD33-4F7E-A96C-A2BEC8C8FE69}" destId="{315C0897-2246-4A0B-89D5-16D1FDD11CAF}" srcOrd="2" destOrd="0" presId="urn:microsoft.com/office/officeart/2016/7/layout/LinearArrowProcessNumbered"/>
    <dgm:cxn modelId="{1CDABA44-6B86-4261-93D3-DAE320B49F7F}" type="presParOf" srcId="{315C0897-2246-4A0B-89D5-16D1FDD11CAF}" destId="{512FBCD8-7962-4A45-847F-597DDD09F6C9}" srcOrd="0" destOrd="0" presId="urn:microsoft.com/office/officeart/2016/7/layout/LinearArrowProcessNumbered"/>
    <dgm:cxn modelId="{2C1D6D97-D3D3-4154-8B24-14E3B3984C8A}" type="presParOf" srcId="{315C0897-2246-4A0B-89D5-16D1FDD11CAF}" destId="{870AFD09-02B1-4FD7-9735-07A2ABF1E1D3}" srcOrd="1" destOrd="0" presId="urn:microsoft.com/office/officeart/2016/7/layout/LinearArrowProcessNumbered"/>
    <dgm:cxn modelId="{94C5AE05-1F0F-48E9-ADFC-1677D863927F}" type="presParOf" srcId="{870AFD09-02B1-4FD7-9735-07A2ABF1E1D3}" destId="{0491F5ED-4BF1-4021-92F1-B0F4207264C5}" srcOrd="0" destOrd="0" presId="urn:microsoft.com/office/officeart/2016/7/layout/LinearArrowProcessNumbered"/>
    <dgm:cxn modelId="{E3D60928-F958-4877-ABF6-43A386323EE3}" type="presParOf" srcId="{870AFD09-02B1-4FD7-9735-07A2ABF1E1D3}" destId="{382D2AF4-9CD2-4050-AF8A-50ED309976E6}" srcOrd="1" destOrd="0" presId="urn:microsoft.com/office/officeart/2016/7/layout/LinearArrowProcessNumbered"/>
    <dgm:cxn modelId="{6AEE24AC-9F5E-4ACC-AD8E-9BCF83C4009A}" type="presParOf" srcId="{870AFD09-02B1-4FD7-9735-07A2ABF1E1D3}" destId="{B4B81E79-A633-4FCE-9941-B5CDAF3B0013}" srcOrd="2" destOrd="0" presId="urn:microsoft.com/office/officeart/2016/7/layout/LinearArrowProcessNumbered"/>
    <dgm:cxn modelId="{845C01C4-91EC-4BBB-B324-C697A77BC3D9}" type="presParOf" srcId="{870AFD09-02B1-4FD7-9735-07A2ABF1E1D3}" destId="{A8A33E39-2AAD-4B12-9DD2-E495688A9B76}" srcOrd="3" destOrd="0" presId="urn:microsoft.com/office/officeart/2016/7/layout/LinearArrowProcessNumbered"/>
    <dgm:cxn modelId="{B064F4D5-BAE2-4BC9-857E-1DE3E5E99234}" type="presParOf" srcId="{315C0897-2246-4A0B-89D5-16D1FDD11CAF}" destId="{3E4AB283-999D-4046-9222-1D2F54BA02EF}" srcOrd="2" destOrd="0" presId="urn:microsoft.com/office/officeart/2016/7/layout/LinearArrowProcessNumbered"/>
    <dgm:cxn modelId="{2AC337CE-761F-4302-AD95-263FEF37EF50}" type="presParOf" srcId="{FDC70603-CD33-4F7E-A96C-A2BEC8C8FE69}" destId="{43ED76F6-7816-42D4-8268-AC44EE38FAA8}" srcOrd="3" destOrd="0" presId="urn:microsoft.com/office/officeart/2016/7/layout/LinearArrowProcessNumbered"/>
    <dgm:cxn modelId="{D3B82642-02DC-4E8A-9323-0ED9638ABAEF}" type="presParOf" srcId="{FDC70603-CD33-4F7E-A96C-A2BEC8C8FE69}" destId="{E5D8141F-8130-422D-AAB3-C4A2194FADF1}" srcOrd="4" destOrd="0" presId="urn:microsoft.com/office/officeart/2016/7/layout/LinearArrowProcessNumbered"/>
    <dgm:cxn modelId="{C09C7D63-0CE9-4546-93D7-FAA27C955F33}" type="presParOf" srcId="{E5D8141F-8130-422D-AAB3-C4A2194FADF1}" destId="{E2EE5154-3B68-466A-9F4C-41471791476C}" srcOrd="0" destOrd="0" presId="urn:microsoft.com/office/officeart/2016/7/layout/LinearArrowProcessNumbered"/>
    <dgm:cxn modelId="{04B0C5E0-62E3-4BC1-8895-C15787A1E2F7}" type="presParOf" srcId="{E5D8141F-8130-422D-AAB3-C4A2194FADF1}" destId="{F26DA234-A02E-4891-B311-865DB472376A}" srcOrd="1" destOrd="0" presId="urn:microsoft.com/office/officeart/2016/7/layout/LinearArrowProcessNumbered"/>
    <dgm:cxn modelId="{B702347D-501B-48A4-B37F-9AA459E8BB22}" type="presParOf" srcId="{F26DA234-A02E-4891-B311-865DB472376A}" destId="{89CF5E0E-F405-42BF-994C-06617489D720}" srcOrd="0" destOrd="0" presId="urn:microsoft.com/office/officeart/2016/7/layout/LinearArrowProcessNumbered"/>
    <dgm:cxn modelId="{44D3C29B-112A-48D6-B963-1404E33DBA46}" type="presParOf" srcId="{F26DA234-A02E-4891-B311-865DB472376A}" destId="{C97B0231-0618-47C8-A7A5-990D7FB152BC}" srcOrd="1" destOrd="0" presId="urn:microsoft.com/office/officeart/2016/7/layout/LinearArrowProcessNumbered"/>
    <dgm:cxn modelId="{86050547-E94E-48F6-852A-4C9BA941EB17}" type="presParOf" srcId="{F26DA234-A02E-4891-B311-865DB472376A}" destId="{4B9761F8-EF2A-4210-92C2-B55EF27315E7}" srcOrd="2" destOrd="0" presId="urn:microsoft.com/office/officeart/2016/7/layout/LinearArrowProcessNumbered"/>
    <dgm:cxn modelId="{70C962AE-745A-4F27-8434-7E24769A8B03}" type="presParOf" srcId="{F26DA234-A02E-4891-B311-865DB472376A}" destId="{01A92F68-A3B1-481A-B729-1C4570E38EDC}" srcOrd="3" destOrd="0" presId="urn:microsoft.com/office/officeart/2016/7/layout/LinearArrowProcessNumbered"/>
    <dgm:cxn modelId="{79E376EB-4362-4CBD-BAD9-F860C83CAF36}" type="presParOf" srcId="{E5D8141F-8130-422D-AAB3-C4A2194FADF1}" destId="{8A60AFEA-8B26-4B5C-A7A6-B5C288F4953E}" srcOrd="2" destOrd="0" presId="urn:microsoft.com/office/officeart/2016/7/layout/LinearArrowProcessNumbered"/>
    <dgm:cxn modelId="{4F38569E-00D7-468E-9202-9F11D24FA0D8}" type="presParOf" srcId="{FDC70603-CD33-4F7E-A96C-A2BEC8C8FE69}" destId="{9A8CE090-4511-4980-9B28-749233F6275B}" srcOrd="5" destOrd="0" presId="urn:microsoft.com/office/officeart/2016/7/layout/LinearArrowProcessNumbered"/>
    <dgm:cxn modelId="{B64C7039-9870-4ED5-ACD7-19B63E034DC1}" type="presParOf" srcId="{FDC70603-CD33-4F7E-A96C-A2BEC8C8FE69}" destId="{145AEAD2-B47D-4D97-ABA9-46DA9F3E31FA}" srcOrd="6" destOrd="0" presId="urn:microsoft.com/office/officeart/2016/7/layout/LinearArrowProcessNumbered"/>
    <dgm:cxn modelId="{59FB7D59-2E60-4B32-9590-7D2B36B8394B}" type="presParOf" srcId="{145AEAD2-B47D-4D97-ABA9-46DA9F3E31FA}" destId="{D0A519DB-D75D-4E46-AD43-BB47A3782E72}" srcOrd="0" destOrd="0" presId="urn:microsoft.com/office/officeart/2016/7/layout/LinearArrowProcessNumbered"/>
    <dgm:cxn modelId="{89FAD0F2-1F09-4BE0-83C0-6787048744B0}" type="presParOf" srcId="{145AEAD2-B47D-4D97-ABA9-46DA9F3E31FA}" destId="{4F277BC6-7336-4263-ABD0-92C65159FB89}" srcOrd="1" destOrd="0" presId="urn:microsoft.com/office/officeart/2016/7/layout/LinearArrowProcessNumbered"/>
    <dgm:cxn modelId="{20412765-9530-405C-B1E7-42ADBD07954D}" type="presParOf" srcId="{4F277BC6-7336-4263-ABD0-92C65159FB89}" destId="{4F6C940C-166A-4CCA-BB49-CFE8F019F5BE}" srcOrd="0" destOrd="0" presId="urn:microsoft.com/office/officeart/2016/7/layout/LinearArrowProcessNumbered"/>
    <dgm:cxn modelId="{76E46FC9-0D4E-45FB-A57F-8B837314FD05}" type="presParOf" srcId="{4F277BC6-7336-4263-ABD0-92C65159FB89}" destId="{E4167A92-7C8A-4B28-BF5A-535D0768BBC9}" srcOrd="1" destOrd="0" presId="urn:microsoft.com/office/officeart/2016/7/layout/LinearArrowProcessNumbered"/>
    <dgm:cxn modelId="{FB69A8A7-2166-4D4C-A50F-8D1C44E8857C}" type="presParOf" srcId="{4F277BC6-7336-4263-ABD0-92C65159FB89}" destId="{AC52431B-8550-40F4-B313-52B1895D6FC5}" srcOrd="2" destOrd="0" presId="urn:microsoft.com/office/officeart/2016/7/layout/LinearArrowProcessNumbered"/>
    <dgm:cxn modelId="{88FF31A9-E875-4CAF-940F-C3E976D40583}" type="presParOf" srcId="{4F277BC6-7336-4263-ABD0-92C65159FB89}" destId="{7D57B8D8-F7A8-4B3D-BB82-ECF4618DEA36}" srcOrd="3" destOrd="0" presId="urn:microsoft.com/office/officeart/2016/7/layout/LinearArrowProcessNumbered"/>
    <dgm:cxn modelId="{ADA9BFC6-9D32-45B7-8C66-7AD25A212CDD}" type="presParOf" srcId="{145AEAD2-B47D-4D97-ABA9-46DA9F3E31FA}" destId="{E3FC1CD5-2FF7-40CC-B368-3DEA17D961E6}" srcOrd="2" destOrd="0" presId="urn:microsoft.com/office/officeart/2016/7/layout/LinearArrowProcessNumbered"/>
    <dgm:cxn modelId="{DC426D99-CA27-4F02-908B-4E66C62D6B72}" type="presParOf" srcId="{FDC70603-CD33-4F7E-A96C-A2BEC8C8FE69}" destId="{59A4349B-1AD0-4398-83D6-145EC766D6C1}" srcOrd="7" destOrd="0" presId="urn:microsoft.com/office/officeart/2016/7/layout/LinearArrowProcessNumbered"/>
    <dgm:cxn modelId="{00617261-9B96-4F46-9EC3-0598CE699B79}" type="presParOf" srcId="{FDC70603-CD33-4F7E-A96C-A2BEC8C8FE69}" destId="{026A294F-599C-44A5-B062-C39A0D82E708}" srcOrd="8" destOrd="0" presId="urn:microsoft.com/office/officeart/2016/7/layout/LinearArrowProcessNumbered"/>
    <dgm:cxn modelId="{CC231E85-AE85-4996-B80E-8F0811E3BCAF}" type="presParOf" srcId="{026A294F-599C-44A5-B062-C39A0D82E708}" destId="{F6CF0001-D56C-45D3-9FE8-BB12CF3053E2}" srcOrd="0" destOrd="0" presId="urn:microsoft.com/office/officeart/2016/7/layout/LinearArrowProcessNumbered"/>
    <dgm:cxn modelId="{34299894-A4C8-4CF2-8E76-BCDE4D57B5CE}" type="presParOf" srcId="{026A294F-599C-44A5-B062-C39A0D82E708}" destId="{66D4CD00-7CE6-4E07-A9FD-43E3256BF927}" srcOrd="1" destOrd="0" presId="urn:microsoft.com/office/officeart/2016/7/layout/LinearArrowProcessNumbered"/>
    <dgm:cxn modelId="{7B8967A9-CC91-4BA4-94E2-AFB40AD06A0C}" type="presParOf" srcId="{66D4CD00-7CE6-4E07-A9FD-43E3256BF927}" destId="{25D535B5-1101-4368-8508-B057B78B670F}" srcOrd="0" destOrd="0" presId="urn:microsoft.com/office/officeart/2016/7/layout/LinearArrowProcessNumbered"/>
    <dgm:cxn modelId="{A77617AF-06A9-4EF3-BDBD-7FF7DE147962}" type="presParOf" srcId="{66D4CD00-7CE6-4E07-A9FD-43E3256BF927}" destId="{070BC9F4-369D-4683-8E4C-152372627A2B}" srcOrd="1" destOrd="0" presId="urn:microsoft.com/office/officeart/2016/7/layout/LinearArrowProcessNumbered"/>
    <dgm:cxn modelId="{A69D24F8-DF03-4A98-9D68-62A2698DAFBE}" type="presParOf" srcId="{66D4CD00-7CE6-4E07-A9FD-43E3256BF927}" destId="{CE8375E6-403B-4FBB-9709-A997DB1B9B6D}" srcOrd="2" destOrd="0" presId="urn:microsoft.com/office/officeart/2016/7/layout/LinearArrowProcessNumbered"/>
    <dgm:cxn modelId="{292CA9A5-9518-4494-AB20-1B5A701FA2A9}" type="presParOf" srcId="{66D4CD00-7CE6-4E07-A9FD-43E3256BF927}" destId="{E5478652-2C30-409F-B661-2C438B9F213E}" srcOrd="3" destOrd="0" presId="urn:microsoft.com/office/officeart/2016/7/layout/LinearArrowProcessNumbered"/>
    <dgm:cxn modelId="{5D934FAA-C759-4617-BB46-250E15B952A5}" type="presParOf" srcId="{026A294F-599C-44A5-B062-C39A0D82E708}" destId="{3FD4B485-63F0-4180-B37B-44598F54F5D2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E2DB12-D22E-4581-9D3E-00D37763CD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187CAB0-A2AC-4773-AB71-2FAAA3105E58}">
      <dgm:prSet/>
      <dgm:spPr/>
      <dgm:t>
        <a:bodyPr/>
        <a:lstStyle/>
        <a:p>
          <a:r>
            <a:rPr lang="en-US"/>
            <a:t>Python – Data processing and automation</a:t>
          </a:r>
        </a:p>
      </dgm:t>
    </dgm:pt>
    <dgm:pt modelId="{A037F6EE-4418-4FBA-93BB-D6FB7096F8CB}" type="parTrans" cxnId="{4735681C-980C-411A-A963-16F2B09EFD58}">
      <dgm:prSet/>
      <dgm:spPr/>
      <dgm:t>
        <a:bodyPr/>
        <a:lstStyle/>
        <a:p>
          <a:endParaRPr lang="en-US"/>
        </a:p>
      </dgm:t>
    </dgm:pt>
    <dgm:pt modelId="{59389E59-F959-443F-88F1-BCBAEF52696D}" type="sibTrans" cxnId="{4735681C-980C-411A-A963-16F2B09EFD58}">
      <dgm:prSet/>
      <dgm:spPr/>
      <dgm:t>
        <a:bodyPr/>
        <a:lstStyle/>
        <a:p>
          <a:endParaRPr lang="en-US"/>
        </a:p>
      </dgm:t>
    </dgm:pt>
    <dgm:pt modelId="{10F653D8-7BF4-41DA-B596-26E0A920110D}">
      <dgm:prSet/>
      <dgm:spPr/>
      <dgm:t>
        <a:bodyPr/>
        <a:lstStyle/>
        <a:p>
          <a:r>
            <a:rPr lang="en-US"/>
            <a:t>Pandas &amp; NumPy – Analysis and calculations</a:t>
          </a:r>
        </a:p>
      </dgm:t>
    </dgm:pt>
    <dgm:pt modelId="{2839A309-B888-4874-81CC-513A834B0DEA}" type="parTrans" cxnId="{6A57871A-322C-4023-9B4F-236D32EC33C7}">
      <dgm:prSet/>
      <dgm:spPr/>
      <dgm:t>
        <a:bodyPr/>
        <a:lstStyle/>
        <a:p>
          <a:endParaRPr lang="en-US"/>
        </a:p>
      </dgm:t>
    </dgm:pt>
    <dgm:pt modelId="{8D676B7F-510A-4F52-AB3D-62911452EB2A}" type="sibTrans" cxnId="{6A57871A-322C-4023-9B4F-236D32EC33C7}">
      <dgm:prSet/>
      <dgm:spPr/>
      <dgm:t>
        <a:bodyPr/>
        <a:lstStyle/>
        <a:p>
          <a:endParaRPr lang="en-US"/>
        </a:p>
      </dgm:t>
    </dgm:pt>
    <dgm:pt modelId="{D38B1873-225A-4499-B9C6-D1F72B4B6931}">
      <dgm:prSet/>
      <dgm:spPr/>
      <dgm:t>
        <a:bodyPr/>
        <a:lstStyle/>
        <a:p>
          <a:r>
            <a:rPr lang="en-US"/>
            <a:t>SQLite &amp; SQL – Database and querying</a:t>
          </a:r>
        </a:p>
      </dgm:t>
    </dgm:pt>
    <dgm:pt modelId="{F73EF756-92A4-47E6-9E65-88E15C9FBE25}" type="parTrans" cxnId="{C426C362-6B64-49DC-AC88-DE939F0010BE}">
      <dgm:prSet/>
      <dgm:spPr/>
      <dgm:t>
        <a:bodyPr/>
        <a:lstStyle/>
        <a:p>
          <a:endParaRPr lang="en-US"/>
        </a:p>
      </dgm:t>
    </dgm:pt>
    <dgm:pt modelId="{3E11D4B5-D514-4166-8B21-A8ADAB6CF3B2}" type="sibTrans" cxnId="{C426C362-6B64-49DC-AC88-DE939F0010BE}">
      <dgm:prSet/>
      <dgm:spPr/>
      <dgm:t>
        <a:bodyPr/>
        <a:lstStyle/>
        <a:p>
          <a:endParaRPr lang="en-US"/>
        </a:p>
      </dgm:t>
    </dgm:pt>
    <dgm:pt modelId="{179D50F3-8B11-4138-B37A-8C47F0067E30}">
      <dgm:prSet/>
      <dgm:spPr/>
      <dgm:t>
        <a:bodyPr/>
        <a:lstStyle/>
        <a:p>
          <a:r>
            <a:rPr lang="en-US"/>
            <a:t>Power BI – Interactive dashboards</a:t>
          </a:r>
        </a:p>
      </dgm:t>
    </dgm:pt>
    <dgm:pt modelId="{CB1783AF-5268-48BE-AEE7-4C06F8D3AC01}" type="parTrans" cxnId="{B45B740C-B72E-40E5-B1A1-F1F3EB233D9E}">
      <dgm:prSet/>
      <dgm:spPr/>
      <dgm:t>
        <a:bodyPr/>
        <a:lstStyle/>
        <a:p>
          <a:endParaRPr lang="en-US"/>
        </a:p>
      </dgm:t>
    </dgm:pt>
    <dgm:pt modelId="{30B89B66-3F0E-4042-9867-53D31E527740}" type="sibTrans" cxnId="{B45B740C-B72E-40E5-B1A1-F1F3EB233D9E}">
      <dgm:prSet/>
      <dgm:spPr/>
      <dgm:t>
        <a:bodyPr/>
        <a:lstStyle/>
        <a:p>
          <a:endParaRPr lang="en-US"/>
        </a:p>
      </dgm:t>
    </dgm:pt>
    <dgm:pt modelId="{17841210-41E4-4DB8-A111-3FEB036BFC98}">
      <dgm:prSet/>
      <dgm:spPr/>
      <dgm:t>
        <a:bodyPr/>
        <a:lstStyle/>
        <a:p>
          <a:r>
            <a:rPr lang="en-US"/>
            <a:t>VS Code &amp; Jupyter Notebook – Development environment</a:t>
          </a:r>
        </a:p>
      </dgm:t>
    </dgm:pt>
    <dgm:pt modelId="{98D45814-2D04-4EF7-A9B1-7C98A3D626E6}" type="parTrans" cxnId="{91F77B71-21A5-415F-B38C-12934B3A3AC0}">
      <dgm:prSet/>
      <dgm:spPr/>
      <dgm:t>
        <a:bodyPr/>
        <a:lstStyle/>
        <a:p>
          <a:endParaRPr lang="en-US"/>
        </a:p>
      </dgm:t>
    </dgm:pt>
    <dgm:pt modelId="{3FAD91EA-981A-404A-93B3-4FEB43FAD29D}" type="sibTrans" cxnId="{91F77B71-21A5-415F-B38C-12934B3A3AC0}">
      <dgm:prSet/>
      <dgm:spPr/>
      <dgm:t>
        <a:bodyPr/>
        <a:lstStyle/>
        <a:p>
          <a:endParaRPr lang="en-US"/>
        </a:p>
      </dgm:t>
    </dgm:pt>
    <dgm:pt modelId="{972688B0-7C53-4203-B72E-E05CFCD76F44}" type="pres">
      <dgm:prSet presAssocID="{8EE2DB12-D22E-4581-9D3E-00D37763CD4A}" presName="root" presStyleCnt="0">
        <dgm:presLayoutVars>
          <dgm:dir/>
          <dgm:resizeHandles val="exact"/>
        </dgm:presLayoutVars>
      </dgm:prSet>
      <dgm:spPr/>
    </dgm:pt>
    <dgm:pt modelId="{9DAE42B0-F917-4D66-8CF0-E4FF6E70783D}" type="pres">
      <dgm:prSet presAssocID="{E187CAB0-A2AC-4773-AB71-2FAAA3105E58}" presName="compNode" presStyleCnt="0"/>
      <dgm:spPr/>
    </dgm:pt>
    <dgm:pt modelId="{1A8EAECF-3C18-4675-BAD0-C30935B03675}" type="pres">
      <dgm:prSet presAssocID="{E187CAB0-A2AC-4773-AB71-2FAAA3105E58}" presName="bgRect" presStyleLbl="bgShp" presStyleIdx="0" presStyleCnt="5"/>
      <dgm:spPr/>
    </dgm:pt>
    <dgm:pt modelId="{7E76827A-BB0F-4979-BA34-B384CB1FC0FC}" type="pres">
      <dgm:prSet presAssocID="{E187CAB0-A2AC-4773-AB71-2FAAA3105E5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CC0D8AE0-6AFE-4861-9545-297092327EB0}" type="pres">
      <dgm:prSet presAssocID="{E187CAB0-A2AC-4773-AB71-2FAAA3105E58}" presName="spaceRect" presStyleCnt="0"/>
      <dgm:spPr/>
    </dgm:pt>
    <dgm:pt modelId="{99D31763-E142-4629-A450-712C731848D4}" type="pres">
      <dgm:prSet presAssocID="{E187CAB0-A2AC-4773-AB71-2FAAA3105E58}" presName="parTx" presStyleLbl="revTx" presStyleIdx="0" presStyleCnt="5">
        <dgm:presLayoutVars>
          <dgm:chMax val="0"/>
          <dgm:chPref val="0"/>
        </dgm:presLayoutVars>
      </dgm:prSet>
      <dgm:spPr/>
    </dgm:pt>
    <dgm:pt modelId="{A42661AE-9A23-4272-AA9E-F69501B171C7}" type="pres">
      <dgm:prSet presAssocID="{59389E59-F959-443F-88F1-BCBAEF52696D}" presName="sibTrans" presStyleCnt="0"/>
      <dgm:spPr/>
    </dgm:pt>
    <dgm:pt modelId="{11685D28-B3C3-40B9-9E1A-9EE792D7C035}" type="pres">
      <dgm:prSet presAssocID="{10F653D8-7BF4-41DA-B596-26E0A920110D}" presName="compNode" presStyleCnt="0"/>
      <dgm:spPr/>
    </dgm:pt>
    <dgm:pt modelId="{7981AC05-2031-4208-ABE1-A060D70185E6}" type="pres">
      <dgm:prSet presAssocID="{10F653D8-7BF4-41DA-B596-26E0A920110D}" presName="bgRect" presStyleLbl="bgShp" presStyleIdx="1" presStyleCnt="5"/>
      <dgm:spPr/>
    </dgm:pt>
    <dgm:pt modelId="{14901266-1FE1-4756-BF29-1A938FF2D7F3}" type="pres">
      <dgm:prSet presAssocID="{10F653D8-7BF4-41DA-B596-26E0A920110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8C77FE7B-0E50-4E11-ABDF-2643BEC1E40D}" type="pres">
      <dgm:prSet presAssocID="{10F653D8-7BF4-41DA-B596-26E0A920110D}" presName="spaceRect" presStyleCnt="0"/>
      <dgm:spPr/>
    </dgm:pt>
    <dgm:pt modelId="{A99C840C-7291-4EDA-9C2D-DB180D2834C4}" type="pres">
      <dgm:prSet presAssocID="{10F653D8-7BF4-41DA-B596-26E0A920110D}" presName="parTx" presStyleLbl="revTx" presStyleIdx="1" presStyleCnt="5">
        <dgm:presLayoutVars>
          <dgm:chMax val="0"/>
          <dgm:chPref val="0"/>
        </dgm:presLayoutVars>
      </dgm:prSet>
      <dgm:spPr/>
    </dgm:pt>
    <dgm:pt modelId="{52C18B22-E7C8-4932-8300-9F8C3F7FF8C4}" type="pres">
      <dgm:prSet presAssocID="{8D676B7F-510A-4F52-AB3D-62911452EB2A}" presName="sibTrans" presStyleCnt="0"/>
      <dgm:spPr/>
    </dgm:pt>
    <dgm:pt modelId="{C4B6A266-C534-4DB6-B0EB-C9349D385093}" type="pres">
      <dgm:prSet presAssocID="{D38B1873-225A-4499-B9C6-D1F72B4B6931}" presName="compNode" presStyleCnt="0"/>
      <dgm:spPr/>
    </dgm:pt>
    <dgm:pt modelId="{73AC986A-22F5-43ED-B9DC-1032D6844DE0}" type="pres">
      <dgm:prSet presAssocID="{D38B1873-225A-4499-B9C6-D1F72B4B6931}" presName="bgRect" presStyleLbl="bgShp" presStyleIdx="2" presStyleCnt="5"/>
      <dgm:spPr/>
    </dgm:pt>
    <dgm:pt modelId="{63FA9A46-6FF2-4B1D-BEBD-42F44968C990}" type="pres">
      <dgm:prSet presAssocID="{D38B1873-225A-4499-B9C6-D1F72B4B693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848FDAE-FCE6-4B3A-B6CE-DA951D75EAB2}" type="pres">
      <dgm:prSet presAssocID="{D38B1873-225A-4499-B9C6-D1F72B4B6931}" presName="spaceRect" presStyleCnt="0"/>
      <dgm:spPr/>
    </dgm:pt>
    <dgm:pt modelId="{B55F90F2-BD9A-44ED-82C3-21C28C5B0111}" type="pres">
      <dgm:prSet presAssocID="{D38B1873-225A-4499-B9C6-D1F72B4B6931}" presName="parTx" presStyleLbl="revTx" presStyleIdx="2" presStyleCnt="5">
        <dgm:presLayoutVars>
          <dgm:chMax val="0"/>
          <dgm:chPref val="0"/>
        </dgm:presLayoutVars>
      </dgm:prSet>
      <dgm:spPr/>
    </dgm:pt>
    <dgm:pt modelId="{4CF15EE7-F51B-461C-8982-152C343F9BAC}" type="pres">
      <dgm:prSet presAssocID="{3E11D4B5-D514-4166-8B21-A8ADAB6CF3B2}" presName="sibTrans" presStyleCnt="0"/>
      <dgm:spPr/>
    </dgm:pt>
    <dgm:pt modelId="{2A9FA699-5385-45F3-B4D9-CB2EDC4B16C5}" type="pres">
      <dgm:prSet presAssocID="{179D50F3-8B11-4138-B37A-8C47F0067E30}" presName="compNode" presStyleCnt="0"/>
      <dgm:spPr/>
    </dgm:pt>
    <dgm:pt modelId="{C046C202-EB5C-4DE2-809A-6B0C6BE1A964}" type="pres">
      <dgm:prSet presAssocID="{179D50F3-8B11-4138-B37A-8C47F0067E30}" presName="bgRect" presStyleLbl="bgShp" presStyleIdx="3" presStyleCnt="5"/>
      <dgm:spPr/>
    </dgm:pt>
    <dgm:pt modelId="{4F842650-9024-4680-90F1-09110489014A}" type="pres">
      <dgm:prSet presAssocID="{179D50F3-8B11-4138-B37A-8C47F0067E3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FDF01A40-AC8B-4B22-81B3-7021E044CE81}" type="pres">
      <dgm:prSet presAssocID="{179D50F3-8B11-4138-B37A-8C47F0067E30}" presName="spaceRect" presStyleCnt="0"/>
      <dgm:spPr/>
    </dgm:pt>
    <dgm:pt modelId="{AF19D854-B5E8-4253-AC8E-D393793D4516}" type="pres">
      <dgm:prSet presAssocID="{179D50F3-8B11-4138-B37A-8C47F0067E30}" presName="parTx" presStyleLbl="revTx" presStyleIdx="3" presStyleCnt="5">
        <dgm:presLayoutVars>
          <dgm:chMax val="0"/>
          <dgm:chPref val="0"/>
        </dgm:presLayoutVars>
      </dgm:prSet>
      <dgm:spPr/>
    </dgm:pt>
    <dgm:pt modelId="{77076C78-B478-49B1-8F0A-EC6250A691C9}" type="pres">
      <dgm:prSet presAssocID="{30B89B66-3F0E-4042-9867-53D31E527740}" presName="sibTrans" presStyleCnt="0"/>
      <dgm:spPr/>
    </dgm:pt>
    <dgm:pt modelId="{0D64DB49-2374-4023-9F39-DEFBAC7D2DC7}" type="pres">
      <dgm:prSet presAssocID="{17841210-41E4-4DB8-A111-3FEB036BFC98}" presName="compNode" presStyleCnt="0"/>
      <dgm:spPr/>
    </dgm:pt>
    <dgm:pt modelId="{AB942A4A-09EB-416F-9A01-4CC255052F67}" type="pres">
      <dgm:prSet presAssocID="{17841210-41E4-4DB8-A111-3FEB036BFC98}" presName="bgRect" presStyleLbl="bgShp" presStyleIdx="4" presStyleCnt="5"/>
      <dgm:spPr/>
    </dgm:pt>
    <dgm:pt modelId="{7B438F8F-B936-41BE-9EBE-F25C22EFEDFF}" type="pres">
      <dgm:prSet presAssocID="{17841210-41E4-4DB8-A111-3FEB036BFC9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466B62C-4CC5-4365-BFA9-7A0EADB7F4C5}" type="pres">
      <dgm:prSet presAssocID="{17841210-41E4-4DB8-A111-3FEB036BFC98}" presName="spaceRect" presStyleCnt="0"/>
      <dgm:spPr/>
    </dgm:pt>
    <dgm:pt modelId="{33544530-CD0C-4023-A6D8-52E756ABD021}" type="pres">
      <dgm:prSet presAssocID="{17841210-41E4-4DB8-A111-3FEB036BFC9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45B740C-B72E-40E5-B1A1-F1F3EB233D9E}" srcId="{8EE2DB12-D22E-4581-9D3E-00D37763CD4A}" destId="{179D50F3-8B11-4138-B37A-8C47F0067E30}" srcOrd="3" destOrd="0" parTransId="{CB1783AF-5268-48BE-AEE7-4C06F8D3AC01}" sibTransId="{30B89B66-3F0E-4042-9867-53D31E527740}"/>
    <dgm:cxn modelId="{141EC415-DDB6-4968-937F-EBC6AA8F04C7}" type="presOf" srcId="{10F653D8-7BF4-41DA-B596-26E0A920110D}" destId="{A99C840C-7291-4EDA-9C2D-DB180D2834C4}" srcOrd="0" destOrd="0" presId="urn:microsoft.com/office/officeart/2018/2/layout/IconVerticalSolidList"/>
    <dgm:cxn modelId="{6A57871A-322C-4023-9B4F-236D32EC33C7}" srcId="{8EE2DB12-D22E-4581-9D3E-00D37763CD4A}" destId="{10F653D8-7BF4-41DA-B596-26E0A920110D}" srcOrd="1" destOrd="0" parTransId="{2839A309-B888-4874-81CC-513A834B0DEA}" sibTransId="{8D676B7F-510A-4F52-AB3D-62911452EB2A}"/>
    <dgm:cxn modelId="{4735681C-980C-411A-A963-16F2B09EFD58}" srcId="{8EE2DB12-D22E-4581-9D3E-00D37763CD4A}" destId="{E187CAB0-A2AC-4773-AB71-2FAAA3105E58}" srcOrd="0" destOrd="0" parTransId="{A037F6EE-4418-4FBA-93BB-D6FB7096F8CB}" sibTransId="{59389E59-F959-443F-88F1-BCBAEF52696D}"/>
    <dgm:cxn modelId="{A151862D-AA9A-4521-AC81-6FCE3CEAE0B7}" type="presOf" srcId="{8EE2DB12-D22E-4581-9D3E-00D37763CD4A}" destId="{972688B0-7C53-4203-B72E-E05CFCD76F44}" srcOrd="0" destOrd="0" presId="urn:microsoft.com/office/officeart/2018/2/layout/IconVerticalSolidList"/>
    <dgm:cxn modelId="{86C4C53C-F616-48A1-A357-B885A6ABB9C9}" type="presOf" srcId="{179D50F3-8B11-4138-B37A-8C47F0067E30}" destId="{AF19D854-B5E8-4253-AC8E-D393793D4516}" srcOrd="0" destOrd="0" presId="urn:microsoft.com/office/officeart/2018/2/layout/IconVerticalSolidList"/>
    <dgm:cxn modelId="{C426C362-6B64-49DC-AC88-DE939F0010BE}" srcId="{8EE2DB12-D22E-4581-9D3E-00D37763CD4A}" destId="{D38B1873-225A-4499-B9C6-D1F72B4B6931}" srcOrd="2" destOrd="0" parTransId="{F73EF756-92A4-47E6-9E65-88E15C9FBE25}" sibTransId="{3E11D4B5-D514-4166-8B21-A8ADAB6CF3B2}"/>
    <dgm:cxn modelId="{98812E4E-639F-44CD-8699-D30370AA0618}" type="presOf" srcId="{E187CAB0-A2AC-4773-AB71-2FAAA3105E58}" destId="{99D31763-E142-4629-A450-712C731848D4}" srcOrd="0" destOrd="0" presId="urn:microsoft.com/office/officeart/2018/2/layout/IconVerticalSolidList"/>
    <dgm:cxn modelId="{91F77B71-21A5-415F-B38C-12934B3A3AC0}" srcId="{8EE2DB12-D22E-4581-9D3E-00D37763CD4A}" destId="{17841210-41E4-4DB8-A111-3FEB036BFC98}" srcOrd="4" destOrd="0" parTransId="{98D45814-2D04-4EF7-A9B1-7C98A3D626E6}" sibTransId="{3FAD91EA-981A-404A-93B3-4FEB43FAD29D}"/>
    <dgm:cxn modelId="{5A046E73-FD73-420B-ADDC-732806F4872E}" type="presOf" srcId="{D38B1873-225A-4499-B9C6-D1F72B4B6931}" destId="{B55F90F2-BD9A-44ED-82C3-21C28C5B0111}" srcOrd="0" destOrd="0" presId="urn:microsoft.com/office/officeart/2018/2/layout/IconVerticalSolidList"/>
    <dgm:cxn modelId="{99A5EE9A-3753-4373-A9C2-221BD5B683B5}" type="presOf" srcId="{17841210-41E4-4DB8-A111-3FEB036BFC98}" destId="{33544530-CD0C-4023-A6D8-52E756ABD021}" srcOrd="0" destOrd="0" presId="urn:microsoft.com/office/officeart/2018/2/layout/IconVerticalSolidList"/>
    <dgm:cxn modelId="{96CB7D86-229E-45B0-AC34-77F3ADEF73CC}" type="presParOf" srcId="{972688B0-7C53-4203-B72E-E05CFCD76F44}" destId="{9DAE42B0-F917-4D66-8CF0-E4FF6E70783D}" srcOrd="0" destOrd="0" presId="urn:microsoft.com/office/officeart/2018/2/layout/IconVerticalSolidList"/>
    <dgm:cxn modelId="{2CAF2036-FA82-4AB8-98B9-77C5DB85B57B}" type="presParOf" srcId="{9DAE42B0-F917-4D66-8CF0-E4FF6E70783D}" destId="{1A8EAECF-3C18-4675-BAD0-C30935B03675}" srcOrd="0" destOrd="0" presId="urn:microsoft.com/office/officeart/2018/2/layout/IconVerticalSolidList"/>
    <dgm:cxn modelId="{904634C8-E2B6-469A-BF69-76A60C672272}" type="presParOf" srcId="{9DAE42B0-F917-4D66-8CF0-E4FF6E70783D}" destId="{7E76827A-BB0F-4979-BA34-B384CB1FC0FC}" srcOrd="1" destOrd="0" presId="urn:microsoft.com/office/officeart/2018/2/layout/IconVerticalSolidList"/>
    <dgm:cxn modelId="{79E5CE29-B97D-4A86-8AAF-C607D146C0E7}" type="presParOf" srcId="{9DAE42B0-F917-4D66-8CF0-E4FF6E70783D}" destId="{CC0D8AE0-6AFE-4861-9545-297092327EB0}" srcOrd="2" destOrd="0" presId="urn:microsoft.com/office/officeart/2018/2/layout/IconVerticalSolidList"/>
    <dgm:cxn modelId="{036E3B00-7E41-4BD5-8330-7C54F1A777A5}" type="presParOf" srcId="{9DAE42B0-F917-4D66-8CF0-E4FF6E70783D}" destId="{99D31763-E142-4629-A450-712C731848D4}" srcOrd="3" destOrd="0" presId="urn:microsoft.com/office/officeart/2018/2/layout/IconVerticalSolidList"/>
    <dgm:cxn modelId="{B423AD67-7DA1-486B-8E8B-61B9DEF27FC1}" type="presParOf" srcId="{972688B0-7C53-4203-B72E-E05CFCD76F44}" destId="{A42661AE-9A23-4272-AA9E-F69501B171C7}" srcOrd="1" destOrd="0" presId="urn:microsoft.com/office/officeart/2018/2/layout/IconVerticalSolidList"/>
    <dgm:cxn modelId="{7B6C87F2-4FD2-480D-98E0-4CA16A8399F4}" type="presParOf" srcId="{972688B0-7C53-4203-B72E-E05CFCD76F44}" destId="{11685D28-B3C3-40B9-9E1A-9EE792D7C035}" srcOrd="2" destOrd="0" presId="urn:microsoft.com/office/officeart/2018/2/layout/IconVerticalSolidList"/>
    <dgm:cxn modelId="{FDFF0188-0892-470C-83D2-D18542F1F9E3}" type="presParOf" srcId="{11685D28-B3C3-40B9-9E1A-9EE792D7C035}" destId="{7981AC05-2031-4208-ABE1-A060D70185E6}" srcOrd="0" destOrd="0" presId="urn:microsoft.com/office/officeart/2018/2/layout/IconVerticalSolidList"/>
    <dgm:cxn modelId="{DE597FCA-4D5D-47D9-97B6-917BDA08638A}" type="presParOf" srcId="{11685D28-B3C3-40B9-9E1A-9EE792D7C035}" destId="{14901266-1FE1-4756-BF29-1A938FF2D7F3}" srcOrd="1" destOrd="0" presId="urn:microsoft.com/office/officeart/2018/2/layout/IconVerticalSolidList"/>
    <dgm:cxn modelId="{525075CB-8B41-4799-B30B-5F49639F702B}" type="presParOf" srcId="{11685D28-B3C3-40B9-9E1A-9EE792D7C035}" destId="{8C77FE7B-0E50-4E11-ABDF-2643BEC1E40D}" srcOrd="2" destOrd="0" presId="urn:microsoft.com/office/officeart/2018/2/layout/IconVerticalSolidList"/>
    <dgm:cxn modelId="{7C47E658-828D-4744-A9E2-4CC12C141A17}" type="presParOf" srcId="{11685D28-B3C3-40B9-9E1A-9EE792D7C035}" destId="{A99C840C-7291-4EDA-9C2D-DB180D2834C4}" srcOrd="3" destOrd="0" presId="urn:microsoft.com/office/officeart/2018/2/layout/IconVerticalSolidList"/>
    <dgm:cxn modelId="{DE367A51-AFC9-417E-8BE1-0EB4440FC4D4}" type="presParOf" srcId="{972688B0-7C53-4203-B72E-E05CFCD76F44}" destId="{52C18B22-E7C8-4932-8300-9F8C3F7FF8C4}" srcOrd="3" destOrd="0" presId="urn:microsoft.com/office/officeart/2018/2/layout/IconVerticalSolidList"/>
    <dgm:cxn modelId="{E7E49835-B6D7-4E8F-BE67-50EB647AEEA3}" type="presParOf" srcId="{972688B0-7C53-4203-B72E-E05CFCD76F44}" destId="{C4B6A266-C534-4DB6-B0EB-C9349D385093}" srcOrd="4" destOrd="0" presId="urn:microsoft.com/office/officeart/2018/2/layout/IconVerticalSolidList"/>
    <dgm:cxn modelId="{1EA34670-2EBE-4938-B1B8-227643B92577}" type="presParOf" srcId="{C4B6A266-C534-4DB6-B0EB-C9349D385093}" destId="{73AC986A-22F5-43ED-B9DC-1032D6844DE0}" srcOrd="0" destOrd="0" presId="urn:microsoft.com/office/officeart/2018/2/layout/IconVerticalSolidList"/>
    <dgm:cxn modelId="{1243AACD-7F55-41BD-829B-04DEBB32752A}" type="presParOf" srcId="{C4B6A266-C534-4DB6-B0EB-C9349D385093}" destId="{63FA9A46-6FF2-4B1D-BEBD-42F44968C990}" srcOrd="1" destOrd="0" presId="urn:microsoft.com/office/officeart/2018/2/layout/IconVerticalSolidList"/>
    <dgm:cxn modelId="{0B9A59A7-DD3C-4B3E-9B5C-FE703B3201A1}" type="presParOf" srcId="{C4B6A266-C534-4DB6-B0EB-C9349D385093}" destId="{9848FDAE-FCE6-4B3A-B6CE-DA951D75EAB2}" srcOrd="2" destOrd="0" presId="urn:microsoft.com/office/officeart/2018/2/layout/IconVerticalSolidList"/>
    <dgm:cxn modelId="{E2AA7300-CA43-4001-AB22-7C6CFE02C1EB}" type="presParOf" srcId="{C4B6A266-C534-4DB6-B0EB-C9349D385093}" destId="{B55F90F2-BD9A-44ED-82C3-21C28C5B0111}" srcOrd="3" destOrd="0" presId="urn:microsoft.com/office/officeart/2018/2/layout/IconVerticalSolidList"/>
    <dgm:cxn modelId="{A2F86AD6-5EE6-4C20-A760-C9BA6620A8DE}" type="presParOf" srcId="{972688B0-7C53-4203-B72E-E05CFCD76F44}" destId="{4CF15EE7-F51B-461C-8982-152C343F9BAC}" srcOrd="5" destOrd="0" presId="urn:microsoft.com/office/officeart/2018/2/layout/IconVerticalSolidList"/>
    <dgm:cxn modelId="{AF2D9A31-5E13-4E97-94AF-0DD72CA3BC9C}" type="presParOf" srcId="{972688B0-7C53-4203-B72E-E05CFCD76F44}" destId="{2A9FA699-5385-45F3-B4D9-CB2EDC4B16C5}" srcOrd="6" destOrd="0" presId="urn:microsoft.com/office/officeart/2018/2/layout/IconVerticalSolidList"/>
    <dgm:cxn modelId="{FC789EE3-9CFA-4116-B400-A2BB5DC8E981}" type="presParOf" srcId="{2A9FA699-5385-45F3-B4D9-CB2EDC4B16C5}" destId="{C046C202-EB5C-4DE2-809A-6B0C6BE1A964}" srcOrd="0" destOrd="0" presId="urn:microsoft.com/office/officeart/2018/2/layout/IconVerticalSolidList"/>
    <dgm:cxn modelId="{2B5C5CF0-EA89-499D-A83E-B45980EC2ECF}" type="presParOf" srcId="{2A9FA699-5385-45F3-B4D9-CB2EDC4B16C5}" destId="{4F842650-9024-4680-90F1-09110489014A}" srcOrd="1" destOrd="0" presId="urn:microsoft.com/office/officeart/2018/2/layout/IconVerticalSolidList"/>
    <dgm:cxn modelId="{0F307EEB-02FB-4BA9-8B49-58D64187C495}" type="presParOf" srcId="{2A9FA699-5385-45F3-B4D9-CB2EDC4B16C5}" destId="{FDF01A40-AC8B-4B22-81B3-7021E044CE81}" srcOrd="2" destOrd="0" presId="urn:microsoft.com/office/officeart/2018/2/layout/IconVerticalSolidList"/>
    <dgm:cxn modelId="{BE3DBC19-558A-49FE-9991-C857DF089DDF}" type="presParOf" srcId="{2A9FA699-5385-45F3-B4D9-CB2EDC4B16C5}" destId="{AF19D854-B5E8-4253-AC8E-D393793D4516}" srcOrd="3" destOrd="0" presId="urn:microsoft.com/office/officeart/2018/2/layout/IconVerticalSolidList"/>
    <dgm:cxn modelId="{33279BD8-0694-4569-AC70-7CC2C35CAD16}" type="presParOf" srcId="{972688B0-7C53-4203-B72E-E05CFCD76F44}" destId="{77076C78-B478-49B1-8F0A-EC6250A691C9}" srcOrd="7" destOrd="0" presId="urn:microsoft.com/office/officeart/2018/2/layout/IconVerticalSolidList"/>
    <dgm:cxn modelId="{B6822CF4-D3D7-419F-B3BA-698A8D758142}" type="presParOf" srcId="{972688B0-7C53-4203-B72E-E05CFCD76F44}" destId="{0D64DB49-2374-4023-9F39-DEFBAC7D2DC7}" srcOrd="8" destOrd="0" presId="urn:microsoft.com/office/officeart/2018/2/layout/IconVerticalSolidList"/>
    <dgm:cxn modelId="{28C49240-AEE0-405B-A089-4C687132FD24}" type="presParOf" srcId="{0D64DB49-2374-4023-9F39-DEFBAC7D2DC7}" destId="{AB942A4A-09EB-416F-9A01-4CC255052F67}" srcOrd="0" destOrd="0" presId="urn:microsoft.com/office/officeart/2018/2/layout/IconVerticalSolidList"/>
    <dgm:cxn modelId="{984E28D3-2E85-4EF3-9B09-2EE80E03CE64}" type="presParOf" srcId="{0D64DB49-2374-4023-9F39-DEFBAC7D2DC7}" destId="{7B438F8F-B936-41BE-9EBE-F25C22EFEDFF}" srcOrd="1" destOrd="0" presId="urn:microsoft.com/office/officeart/2018/2/layout/IconVerticalSolidList"/>
    <dgm:cxn modelId="{446CA6E6-D010-4D24-AD98-75EEC4204F40}" type="presParOf" srcId="{0D64DB49-2374-4023-9F39-DEFBAC7D2DC7}" destId="{7466B62C-4CC5-4365-BFA9-7A0EADB7F4C5}" srcOrd="2" destOrd="0" presId="urn:microsoft.com/office/officeart/2018/2/layout/IconVerticalSolidList"/>
    <dgm:cxn modelId="{661FA89E-FEEE-44B0-BBE2-2B912FB762DA}" type="presParOf" srcId="{0D64DB49-2374-4023-9F39-DEFBAC7D2DC7}" destId="{33544530-CD0C-4023-A6D8-52E756ABD0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90CFD6-5783-4B94-9DD6-84537CB5280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E21FEC-9AF2-405D-A3D7-84C5CD505965}">
      <dgm:prSet/>
      <dgm:spPr/>
      <dgm:t>
        <a:bodyPr/>
        <a:lstStyle/>
        <a:p>
          <a:r>
            <a:rPr lang="en-US"/>
            <a:t>Raw Data → ETL → Data Cleaning</a:t>
          </a:r>
        </a:p>
      </dgm:t>
    </dgm:pt>
    <dgm:pt modelId="{864744B8-4D2E-4BA1-9B53-276F6ECF92A7}" type="parTrans" cxnId="{2AA44E9F-D7AC-4C90-9651-115A79848EB2}">
      <dgm:prSet/>
      <dgm:spPr/>
      <dgm:t>
        <a:bodyPr/>
        <a:lstStyle/>
        <a:p>
          <a:endParaRPr lang="en-US"/>
        </a:p>
      </dgm:t>
    </dgm:pt>
    <dgm:pt modelId="{EF905BC4-CB43-458E-A091-3055BFF2DDD2}" type="sibTrans" cxnId="{2AA44E9F-D7AC-4C90-9651-115A79848EB2}">
      <dgm:prSet/>
      <dgm:spPr/>
      <dgm:t>
        <a:bodyPr/>
        <a:lstStyle/>
        <a:p>
          <a:endParaRPr lang="en-US"/>
        </a:p>
      </dgm:t>
    </dgm:pt>
    <dgm:pt modelId="{FDB29452-79BC-4B72-AE6D-2DD28F34D974}">
      <dgm:prSet/>
      <dgm:spPr/>
      <dgm:t>
        <a:bodyPr/>
        <a:lstStyle/>
        <a:p>
          <a:r>
            <a:rPr lang="en-US"/>
            <a:t>SQLite Database → SQL Analysis</a:t>
          </a:r>
        </a:p>
      </dgm:t>
    </dgm:pt>
    <dgm:pt modelId="{E3B13AD5-AA33-444C-8D9A-6A1AB97F6A40}" type="parTrans" cxnId="{2C489169-28F9-4171-AD1A-EEA8976C07C5}">
      <dgm:prSet/>
      <dgm:spPr/>
      <dgm:t>
        <a:bodyPr/>
        <a:lstStyle/>
        <a:p>
          <a:endParaRPr lang="en-US"/>
        </a:p>
      </dgm:t>
    </dgm:pt>
    <dgm:pt modelId="{7197FA87-E0B4-4647-ADAD-89FF24FD28CA}" type="sibTrans" cxnId="{2C489169-28F9-4171-AD1A-EEA8976C07C5}">
      <dgm:prSet/>
      <dgm:spPr/>
      <dgm:t>
        <a:bodyPr/>
        <a:lstStyle/>
        <a:p>
          <a:endParaRPr lang="en-US"/>
        </a:p>
      </dgm:t>
    </dgm:pt>
    <dgm:pt modelId="{FBD7872A-1307-4676-8885-BED1C4E0EA46}">
      <dgm:prSet/>
      <dgm:spPr/>
      <dgm:t>
        <a:bodyPr/>
        <a:lstStyle/>
        <a:p>
          <a:r>
            <a:rPr lang="en-US"/>
            <a:t>EDA → Advanced Analytics</a:t>
          </a:r>
        </a:p>
      </dgm:t>
    </dgm:pt>
    <dgm:pt modelId="{5925FCBB-47E8-481E-964A-FA1868A30889}" type="parTrans" cxnId="{EDB7C6BC-8E51-429A-BBCA-98676B473DB5}">
      <dgm:prSet/>
      <dgm:spPr/>
      <dgm:t>
        <a:bodyPr/>
        <a:lstStyle/>
        <a:p>
          <a:endParaRPr lang="en-US"/>
        </a:p>
      </dgm:t>
    </dgm:pt>
    <dgm:pt modelId="{5A6B06A3-3F55-4262-AE2A-DA11B6428187}" type="sibTrans" cxnId="{EDB7C6BC-8E51-429A-BBCA-98676B473DB5}">
      <dgm:prSet/>
      <dgm:spPr/>
      <dgm:t>
        <a:bodyPr/>
        <a:lstStyle/>
        <a:p>
          <a:endParaRPr lang="en-US"/>
        </a:p>
      </dgm:t>
    </dgm:pt>
    <dgm:pt modelId="{96A367A5-DCB3-46FB-884A-25ED143B4C7F}">
      <dgm:prSet/>
      <dgm:spPr/>
      <dgm:t>
        <a:bodyPr/>
        <a:lstStyle/>
        <a:p>
          <a:r>
            <a:rPr lang="en-US"/>
            <a:t>Power BI Dashboard → Business Insights</a:t>
          </a:r>
        </a:p>
      </dgm:t>
    </dgm:pt>
    <dgm:pt modelId="{0C013AFF-C30C-4447-BA16-9EDAC18D193E}" type="parTrans" cxnId="{80F7702B-2D47-4555-A958-14D1BC615957}">
      <dgm:prSet/>
      <dgm:spPr/>
      <dgm:t>
        <a:bodyPr/>
        <a:lstStyle/>
        <a:p>
          <a:endParaRPr lang="en-US"/>
        </a:p>
      </dgm:t>
    </dgm:pt>
    <dgm:pt modelId="{B6B59999-7543-491B-A66B-51519BCEA4C6}" type="sibTrans" cxnId="{80F7702B-2D47-4555-A958-14D1BC615957}">
      <dgm:prSet/>
      <dgm:spPr/>
      <dgm:t>
        <a:bodyPr/>
        <a:lstStyle/>
        <a:p>
          <a:endParaRPr lang="en-US"/>
        </a:p>
      </dgm:t>
    </dgm:pt>
    <dgm:pt modelId="{721106B1-9689-4BAA-A080-6B07D3F0AD80}" type="pres">
      <dgm:prSet presAssocID="{1490CFD6-5783-4B94-9DD6-84537CB52808}" presName="root" presStyleCnt="0">
        <dgm:presLayoutVars>
          <dgm:dir/>
          <dgm:resizeHandles val="exact"/>
        </dgm:presLayoutVars>
      </dgm:prSet>
      <dgm:spPr/>
    </dgm:pt>
    <dgm:pt modelId="{E3AA6CE6-3E25-4170-A173-5DD8350CDD2A}" type="pres">
      <dgm:prSet presAssocID="{41E21FEC-9AF2-405D-A3D7-84C5CD505965}" presName="compNode" presStyleCnt="0"/>
      <dgm:spPr/>
    </dgm:pt>
    <dgm:pt modelId="{AEA33AED-480F-46CE-A936-090E4F7A859B}" type="pres">
      <dgm:prSet presAssocID="{41E21FEC-9AF2-405D-A3D7-84C5CD505965}" presName="bgRect" presStyleLbl="bgShp" presStyleIdx="0" presStyleCnt="4"/>
      <dgm:spPr/>
    </dgm:pt>
    <dgm:pt modelId="{6FA10D64-7BDA-4F27-A0D4-858A5BA10330}" type="pres">
      <dgm:prSet presAssocID="{41E21FEC-9AF2-405D-A3D7-84C5CD50596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0219E4-E3D7-4857-A1A8-5C402B5FA7FE}" type="pres">
      <dgm:prSet presAssocID="{41E21FEC-9AF2-405D-A3D7-84C5CD505965}" presName="spaceRect" presStyleCnt="0"/>
      <dgm:spPr/>
    </dgm:pt>
    <dgm:pt modelId="{17E060AD-4434-42C3-8AA9-05D172450391}" type="pres">
      <dgm:prSet presAssocID="{41E21FEC-9AF2-405D-A3D7-84C5CD505965}" presName="parTx" presStyleLbl="revTx" presStyleIdx="0" presStyleCnt="4">
        <dgm:presLayoutVars>
          <dgm:chMax val="0"/>
          <dgm:chPref val="0"/>
        </dgm:presLayoutVars>
      </dgm:prSet>
      <dgm:spPr/>
    </dgm:pt>
    <dgm:pt modelId="{CE7BB38C-AD42-4CF5-ACDA-E30B14E7DF65}" type="pres">
      <dgm:prSet presAssocID="{EF905BC4-CB43-458E-A091-3055BFF2DDD2}" presName="sibTrans" presStyleCnt="0"/>
      <dgm:spPr/>
    </dgm:pt>
    <dgm:pt modelId="{DD1AABC1-BDF2-4C5F-8BE4-D2010EA0DEA7}" type="pres">
      <dgm:prSet presAssocID="{FDB29452-79BC-4B72-AE6D-2DD28F34D974}" presName="compNode" presStyleCnt="0"/>
      <dgm:spPr/>
    </dgm:pt>
    <dgm:pt modelId="{7E54F5CA-8DDD-4EA4-80D6-0B8AD9C66454}" type="pres">
      <dgm:prSet presAssocID="{FDB29452-79BC-4B72-AE6D-2DD28F34D974}" presName="bgRect" presStyleLbl="bgShp" presStyleIdx="1" presStyleCnt="4"/>
      <dgm:spPr/>
    </dgm:pt>
    <dgm:pt modelId="{B3BC4100-E187-4655-97BD-6278ECD482E3}" type="pres">
      <dgm:prSet presAssocID="{FDB29452-79BC-4B72-AE6D-2DD28F34D97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6714D49-3476-4FAF-9D46-6B9596AD8897}" type="pres">
      <dgm:prSet presAssocID="{FDB29452-79BC-4B72-AE6D-2DD28F34D974}" presName="spaceRect" presStyleCnt="0"/>
      <dgm:spPr/>
    </dgm:pt>
    <dgm:pt modelId="{C3A3CA99-62B4-4C81-A661-F5B360DB4E70}" type="pres">
      <dgm:prSet presAssocID="{FDB29452-79BC-4B72-AE6D-2DD28F34D974}" presName="parTx" presStyleLbl="revTx" presStyleIdx="1" presStyleCnt="4">
        <dgm:presLayoutVars>
          <dgm:chMax val="0"/>
          <dgm:chPref val="0"/>
        </dgm:presLayoutVars>
      </dgm:prSet>
      <dgm:spPr/>
    </dgm:pt>
    <dgm:pt modelId="{22849822-9362-41D5-9D06-5F604F8E6F13}" type="pres">
      <dgm:prSet presAssocID="{7197FA87-E0B4-4647-ADAD-89FF24FD28CA}" presName="sibTrans" presStyleCnt="0"/>
      <dgm:spPr/>
    </dgm:pt>
    <dgm:pt modelId="{751D5E8A-B79B-4956-AC5B-6FF0635D9690}" type="pres">
      <dgm:prSet presAssocID="{FBD7872A-1307-4676-8885-BED1C4E0EA46}" presName="compNode" presStyleCnt="0"/>
      <dgm:spPr/>
    </dgm:pt>
    <dgm:pt modelId="{578AACEC-FBBD-4AD8-B077-610A8DCD60E6}" type="pres">
      <dgm:prSet presAssocID="{FBD7872A-1307-4676-8885-BED1C4E0EA46}" presName="bgRect" presStyleLbl="bgShp" presStyleIdx="2" presStyleCnt="4"/>
      <dgm:spPr/>
    </dgm:pt>
    <dgm:pt modelId="{15CA08E5-E9BA-4CF0-A37E-8F0DF6A8935D}" type="pres">
      <dgm:prSet presAssocID="{FBD7872A-1307-4676-8885-BED1C4E0EA4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F359A61-8761-414A-9A73-74D1C846AD51}" type="pres">
      <dgm:prSet presAssocID="{FBD7872A-1307-4676-8885-BED1C4E0EA46}" presName="spaceRect" presStyleCnt="0"/>
      <dgm:spPr/>
    </dgm:pt>
    <dgm:pt modelId="{53257894-EB7D-427F-808F-8667A6D541E2}" type="pres">
      <dgm:prSet presAssocID="{FBD7872A-1307-4676-8885-BED1C4E0EA46}" presName="parTx" presStyleLbl="revTx" presStyleIdx="2" presStyleCnt="4">
        <dgm:presLayoutVars>
          <dgm:chMax val="0"/>
          <dgm:chPref val="0"/>
        </dgm:presLayoutVars>
      </dgm:prSet>
      <dgm:spPr/>
    </dgm:pt>
    <dgm:pt modelId="{15C93BB1-8023-4555-A4A8-DB02E2633C11}" type="pres">
      <dgm:prSet presAssocID="{5A6B06A3-3F55-4262-AE2A-DA11B6428187}" presName="sibTrans" presStyleCnt="0"/>
      <dgm:spPr/>
    </dgm:pt>
    <dgm:pt modelId="{8E3282C0-C491-43DD-BA84-C2558C29B78C}" type="pres">
      <dgm:prSet presAssocID="{96A367A5-DCB3-46FB-884A-25ED143B4C7F}" presName="compNode" presStyleCnt="0"/>
      <dgm:spPr/>
    </dgm:pt>
    <dgm:pt modelId="{3262A9C4-8140-4DE6-A90C-6EF9A8FA5240}" type="pres">
      <dgm:prSet presAssocID="{96A367A5-DCB3-46FB-884A-25ED143B4C7F}" presName="bgRect" presStyleLbl="bgShp" presStyleIdx="3" presStyleCnt="4"/>
      <dgm:spPr/>
    </dgm:pt>
    <dgm:pt modelId="{F8168FD0-23E4-4B7A-A5DD-91326048FFDD}" type="pres">
      <dgm:prSet presAssocID="{96A367A5-DCB3-46FB-884A-25ED143B4C7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FBBAA2CF-B6DE-47FF-8351-169A06CC60DB}" type="pres">
      <dgm:prSet presAssocID="{96A367A5-DCB3-46FB-884A-25ED143B4C7F}" presName="spaceRect" presStyleCnt="0"/>
      <dgm:spPr/>
    </dgm:pt>
    <dgm:pt modelId="{F3A25BE8-81FC-40BA-9B9E-CD3755CD196D}" type="pres">
      <dgm:prSet presAssocID="{96A367A5-DCB3-46FB-884A-25ED143B4C7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0F7702B-2D47-4555-A958-14D1BC615957}" srcId="{1490CFD6-5783-4B94-9DD6-84537CB52808}" destId="{96A367A5-DCB3-46FB-884A-25ED143B4C7F}" srcOrd="3" destOrd="0" parTransId="{0C013AFF-C30C-4447-BA16-9EDAC18D193E}" sibTransId="{B6B59999-7543-491B-A66B-51519BCEA4C6}"/>
    <dgm:cxn modelId="{2C489169-28F9-4171-AD1A-EEA8976C07C5}" srcId="{1490CFD6-5783-4B94-9DD6-84537CB52808}" destId="{FDB29452-79BC-4B72-AE6D-2DD28F34D974}" srcOrd="1" destOrd="0" parTransId="{E3B13AD5-AA33-444C-8D9A-6A1AB97F6A40}" sibTransId="{7197FA87-E0B4-4647-ADAD-89FF24FD28CA}"/>
    <dgm:cxn modelId="{302AEB79-E225-43E8-A616-FF5FD960D971}" type="presOf" srcId="{FBD7872A-1307-4676-8885-BED1C4E0EA46}" destId="{53257894-EB7D-427F-808F-8667A6D541E2}" srcOrd="0" destOrd="0" presId="urn:microsoft.com/office/officeart/2018/2/layout/IconVerticalSolidList"/>
    <dgm:cxn modelId="{32842A8D-0444-414F-8378-6C7D38BA40D6}" type="presOf" srcId="{1490CFD6-5783-4B94-9DD6-84537CB52808}" destId="{721106B1-9689-4BAA-A080-6B07D3F0AD80}" srcOrd="0" destOrd="0" presId="urn:microsoft.com/office/officeart/2018/2/layout/IconVerticalSolidList"/>
    <dgm:cxn modelId="{2AA44E9F-D7AC-4C90-9651-115A79848EB2}" srcId="{1490CFD6-5783-4B94-9DD6-84537CB52808}" destId="{41E21FEC-9AF2-405D-A3D7-84C5CD505965}" srcOrd="0" destOrd="0" parTransId="{864744B8-4D2E-4BA1-9B53-276F6ECF92A7}" sibTransId="{EF905BC4-CB43-458E-A091-3055BFF2DDD2}"/>
    <dgm:cxn modelId="{EDB7C6BC-8E51-429A-BBCA-98676B473DB5}" srcId="{1490CFD6-5783-4B94-9DD6-84537CB52808}" destId="{FBD7872A-1307-4676-8885-BED1C4E0EA46}" srcOrd="2" destOrd="0" parTransId="{5925FCBB-47E8-481E-964A-FA1868A30889}" sibTransId="{5A6B06A3-3F55-4262-AE2A-DA11B6428187}"/>
    <dgm:cxn modelId="{87CC4FDF-F148-4CC6-8FB7-136270AB6A82}" type="presOf" srcId="{FDB29452-79BC-4B72-AE6D-2DD28F34D974}" destId="{C3A3CA99-62B4-4C81-A661-F5B360DB4E70}" srcOrd="0" destOrd="0" presId="urn:microsoft.com/office/officeart/2018/2/layout/IconVerticalSolidList"/>
    <dgm:cxn modelId="{E97B05E1-4601-483C-BCC6-F549251E6EC2}" type="presOf" srcId="{41E21FEC-9AF2-405D-A3D7-84C5CD505965}" destId="{17E060AD-4434-42C3-8AA9-05D172450391}" srcOrd="0" destOrd="0" presId="urn:microsoft.com/office/officeart/2018/2/layout/IconVerticalSolidList"/>
    <dgm:cxn modelId="{33BF36E6-E32C-4FCC-BA5F-F8262672DCBE}" type="presOf" srcId="{96A367A5-DCB3-46FB-884A-25ED143B4C7F}" destId="{F3A25BE8-81FC-40BA-9B9E-CD3755CD196D}" srcOrd="0" destOrd="0" presId="urn:microsoft.com/office/officeart/2018/2/layout/IconVerticalSolidList"/>
    <dgm:cxn modelId="{39AC32BF-14C5-476E-B150-5B14E4ABFC6D}" type="presParOf" srcId="{721106B1-9689-4BAA-A080-6B07D3F0AD80}" destId="{E3AA6CE6-3E25-4170-A173-5DD8350CDD2A}" srcOrd="0" destOrd="0" presId="urn:microsoft.com/office/officeart/2018/2/layout/IconVerticalSolidList"/>
    <dgm:cxn modelId="{28926FBC-387A-49D4-949A-49B8F1D50BAD}" type="presParOf" srcId="{E3AA6CE6-3E25-4170-A173-5DD8350CDD2A}" destId="{AEA33AED-480F-46CE-A936-090E4F7A859B}" srcOrd="0" destOrd="0" presId="urn:microsoft.com/office/officeart/2018/2/layout/IconVerticalSolidList"/>
    <dgm:cxn modelId="{791E9AD8-3A7A-4A68-9746-79DF10021E10}" type="presParOf" srcId="{E3AA6CE6-3E25-4170-A173-5DD8350CDD2A}" destId="{6FA10D64-7BDA-4F27-A0D4-858A5BA10330}" srcOrd="1" destOrd="0" presId="urn:microsoft.com/office/officeart/2018/2/layout/IconVerticalSolidList"/>
    <dgm:cxn modelId="{2DCE1DD3-9F40-4D7F-9B89-C35D1BE70323}" type="presParOf" srcId="{E3AA6CE6-3E25-4170-A173-5DD8350CDD2A}" destId="{C70219E4-E3D7-4857-A1A8-5C402B5FA7FE}" srcOrd="2" destOrd="0" presId="urn:microsoft.com/office/officeart/2018/2/layout/IconVerticalSolidList"/>
    <dgm:cxn modelId="{6E47A22F-F1E4-4008-8082-7CB7A1E97C7F}" type="presParOf" srcId="{E3AA6CE6-3E25-4170-A173-5DD8350CDD2A}" destId="{17E060AD-4434-42C3-8AA9-05D172450391}" srcOrd="3" destOrd="0" presId="urn:microsoft.com/office/officeart/2018/2/layout/IconVerticalSolidList"/>
    <dgm:cxn modelId="{13A23191-21A0-40E5-A744-CC3865C0D266}" type="presParOf" srcId="{721106B1-9689-4BAA-A080-6B07D3F0AD80}" destId="{CE7BB38C-AD42-4CF5-ACDA-E30B14E7DF65}" srcOrd="1" destOrd="0" presId="urn:microsoft.com/office/officeart/2018/2/layout/IconVerticalSolidList"/>
    <dgm:cxn modelId="{88E0FFA1-4101-4A91-A7E5-D8181AF91985}" type="presParOf" srcId="{721106B1-9689-4BAA-A080-6B07D3F0AD80}" destId="{DD1AABC1-BDF2-4C5F-8BE4-D2010EA0DEA7}" srcOrd="2" destOrd="0" presId="urn:microsoft.com/office/officeart/2018/2/layout/IconVerticalSolidList"/>
    <dgm:cxn modelId="{C9A7812B-BCC5-4EFE-B9D3-3CD8DC40DAF7}" type="presParOf" srcId="{DD1AABC1-BDF2-4C5F-8BE4-D2010EA0DEA7}" destId="{7E54F5CA-8DDD-4EA4-80D6-0B8AD9C66454}" srcOrd="0" destOrd="0" presId="urn:microsoft.com/office/officeart/2018/2/layout/IconVerticalSolidList"/>
    <dgm:cxn modelId="{6FC7EEC7-4492-4066-9CC2-F0B0B462441E}" type="presParOf" srcId="{DD1AABC1-BDF2-4C5F-8BE4-D2010EA0DEA7}" destId="{B3BC4100-E187-4655-97BD-6278ECD482E3}" srcOrd="1" destOrd="0" presId="urn:microsoft.com/office/officeart/2018/2/layout/IconVerticalSolidList"/>
    <dgm:cxn modelId="{0150161F-8A71-4037-8D77-94A2D2F781F8}" type="presParOf" srcId="{DD1AABC1-BDF2-4C5F-8BE4-D2010EA0DEA7}" destId="{A6714D49-3476-4FAF-9D46-6B9596AD8897}" srcOrd="2" destOrd="0" presId="urn:microsoft.com/office/officeart/2018/2/layout/IconVerticalSolidList"/>
    <dgm:cxn modelId="{18AD0B71-F3EC-419C-9170-F6C7977323C6}" type="presParOf" srcId="{DD1AABC1-BDF2-4C5F-8BE4-D2010EA0DEA7}" destId="{C3A3CA99-62B4-4C81-A661-F5B360DB4E70}" srcOrd="3" destOrd="0" presId="urn:microsoft.com/office/officeart/2018/2/layout/IconVerticalSolidList"/>
    <dgm:cxn modelId="{F44D5DB7-B1CE-47E9-A17F-433F632EDF4D}" type="presParOf" srcId="{721106B1-9689-4BAA-A080-6B07D3F0AD80}" destId="{22849822-9362-41D5-9D06-5F604F8E6F13}" srcOrd="3" destOrd="0" presId="urn:microsoft.com/office/officeart/2018/2/layout/IconVerticalSolidList"/>
    <dgm:cxn modelId="{4B276B18-C3C9-4E9E-BC46-292D9BE549FD}" type="presParOf" srcId="{721106B1-9689-4BAA-A080-6B07D3F0AD80}" destId="{751D5E8A-B79B-4956-AC5B-6FF0635D9690}" srcOrd="4" destOrd="0" presId="urn:microsoft.com/office/officeart/2018/2/layout/IconVerticalSolidList"/>
    <dgm:cxn modelId="{D9117623-1080-4F88-A64B-F4C55ABB3C05}" type="presParOf" srcId="{751D5E8A-B79B-4956-AC5B-6FF0635D9690}" destId="{578AACEC-FBBD-4AD8-B077-610A8DCD60E6}" srcOrd="0" destOrd="0" presId="urn:microsoft.com/office/officeart/2018/2/layout/IconVerticalSolidList"/>
    <dgm:cxn modelId="{D4E1D1A2-58D0-4B7B-A6EA-4C00EACE2B52}" type="presParOf" srcId="{751D5E8A-B79B-4956-AC5B-6FF0635D9690}" destId="{15CA08E5-E9BA-4CF0-A37E-8F0DF6A8935D}" srcOrd="1" destOrd="0" presId="urn:microsoft.com/office/officeart/2018/2/layout/IconVerticalSolidList"/>
    <dgm:cxn modelId="{B737B4EC-8097-453C-BBDF-3F96C9A48AD2}" type="presParOf" srcId="{751D5E8A-B79B-4956-AC5B-6FF0635D9690}" destId="{BF359A61-8761-414A-9A73-74D1C846AD51}" srcOrd="2" destOrd="0" presId="urn:microsoft.com/office/officeart/2018/2/layout/IconVerticalSolidList"/>
    <dgm:cxn modelId="{528B3E33-A25A-49EE-BBEB-A4AFE3A42BC2}" type="presParOf" srcId="{751D5E8A-B79B-4956-AC5B-6FF0635D9690}" destId="{53257894-EB7D-427F-808F-8667A6D541E2}" srcOrd="3" destOrd="0" presId="urn:microsoft.com/office/officeart/2018/2/layout/IconVerticalSolidList"/>
    <dgm:cxn modelId="{18509F12-A0A2-4D76-A91B-CFE10EF9C0BE}" type="presParOf" srcId="{721106B1-9689-4BAA-A080-6B07D3F0AD80}" destId="{15C93BB1-8023-4555-A4A8-DB02E2633C11}" srcOrd="5" destOrd="0" presId="urn:microsoft.com/office/officeart/2018/2/layout/IconVerticalSolidList"/>
    <dgm:cxn modelId="{43CA4AB9-F9ED-45D5-BBF3-8229C5B6BC26}" type="presParOf" srcId="{721106B1-9689-4BAA-A080-6B07D3F0AD80}" destId="{8E3282C0-C491-43DD-BA84-C2558C29B78C}" srcOrd="6" destOrd="0" presId="urn:microsoft.com/office/officeart/2018/2/layout/IconVerticalSolidList"/>
    <dgm:cxn modelId="{8CEE9293-344F-47CE-9AB5-94B6C031F172}" type="presParOf" srcId="{8E3282C0-C491-43DD-BA84-C2558C29B78C}" destId="{3262A9C4-8140-4DE6-A90C-6EF9A8FA5240}" srcOrd="0" destOrd="0" presId="urn:microsoft.com/office/officeart/2018/2/layout/IconVerticalSolidList"/>
    <dgm:cxn modelId="{F852864E-C0FC-41F5-AB99-20917FE415B4}" type="presParOf" srcId="{8E3282C0-C491-43DD-BA84-C2558C29B78C}" destId="{F8168FD0-23E4-4B7A-A5DD-91326048FFDD}" srcOrd="1" destOrd="0" presId="urn:microsoft.com/office/officeart/2018/2/layout/IconVerticalSolidList"/>
    <dgm:cxn modelId="{A368DF02-730C-4DCF-B659-766CB407C38F}" type="presParOf" srcId="{8E3282C0-C491-43DD-BA84-C2558C29B78C}" destId="{FBBAA2CF-B6DE-47FF-8351-169A06CC60DB}" srcOrd="2" destOrd="0" presId="urn:microsoft.com/office/officeart/2018/2/layout/IconVerticalSolidList"/>
    <dgm:cxn modelId="{DE8A90B9-CAA0-4DA5-B13C-85F86CFBFEB6}" type="presParOf" srcId="{8E3282C0-C491-43DD-BA84-C2558C29B78C}" destId="{F3A25BE8-81FC-40BA-9B9E-CD3755CD19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991074-AD05-4A59-87A8-66A568234F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F93EB68-F5BE-424C-B352-8F19C01889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Page 1: Industry Overview</a:t>
          </a:r>
        </a:p>
      </dgm:t>
    </dgm:pt>
    <dgm:pt modelId="{C9B29F54-0B89-456B-89F9-D1E434066607}" type="parTrans" cxnId="{D02E2723-5E99-4EF4-A5F4-C4B2CD312921}">
      <dgm:prSet/>
      <dgm:spPr/>
      <dgm:t>
        <a:bodyPr/>
        <a:lstStyle/>
        <a:p>
          <a:endParaRPr lang="en-US"/>
        </a:p>
      </dgm:t>
    </dgm:pt>
    <dgm:pt modelId="{DC55809E-EF77-4873-9BF1-8768FF4AFD92}" type="sibTrans" cxnId="{D02E2723-5E99-4EF4-A5F4-C4B2CD312921}">
      <dgm:prSet/>
      <dgm:spPr/>
      <dgm:t>
        <a:bodyPr/>
        <a:lstStyle/>
        <a:p>
          <a:endParaRPr lang="en-US"/>
        </a:p>
      </dgm:t>
    </dgm:pt>
    <dgm:pt modelId="{296E2003-7CAF-4EF8-8D32-DEBCF81CEC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Page 2: Fund Performance</a:t>
          </a:r>
        </a:p>
      </dgm:t>
    </dgm:pt>
    <dgm:pt modelId="{F6449E19-27D3-4686-B032-CC9D8CD8B820}" type="parTrans" cxnId="{212FA0EC-F127-4977-97F5-12E4B5245C7E}">
      <dgm:prSet/>
      <dgm:spPr/>
      <dgm:t>
        <a:bodyPr/>
        <a:lstStyle/>
        <a:p>
          <a:endParaRPr lang="en-US"/>
        </a:p>
      </dgm:t>
    </dgm:pt>
    <dgm:pt modelId="{672E4A0F-E081-45E9-8FE7-8B3B958539F5}" type="sibTrans" cxnId="{212FA0EC-F127-4977-97F5-12E4B5245C7E}">
      <dgm:prSet/>
      <dgm:spPr/>
      <dgm:t>
        <a:bodyPr/>
        <a:lstStyle/>
        <a:p>
          <a:endParaRPr lang="en-US"/>
        </a:p>
      </dgm:t>
    </dgm:pt>
    <dgm:pt modelId="{E23AE7DA-004F-4626-85B0-5E98BA0A4E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Page 3: Investor Analytics</a:t>
          </a:r>
        </a:p>
      </dgm:t>
    </dgm:pt>
    <dgm:pt modelId="{92F2D44D-5C4B-4CE4-BEB7-7E0D4A800FF0}" type="parTrans" cxnId="{D043D0A6-3C8A-47BA-8361-FACD33D115AC}">
      <dgm:prSet/>
      <dgm:spPr/>
      <dgm:t>
        <a:bodyPr/>
        <a:lstStyle/>
        <a:p>
          <a:endParaRPr lang="en-US"/>
        </a:p>
      </dgm:t>
    </dgm:pt>
    <dgm:pt modelId="{46B89701-9AEB-44AB-AE2B-A9B923E58DBB}" type="sibTrans" cxnId="{D043D0A6-3C8A-47BA-8361-FACD33D115AC}">
      <dgm:prSet/>
      <dgm:spPr/>
      <dgm:t>
        <a:bodyPr/>
        <a:lstStyle/>
        <a:p>
          <a:endParaRPr lang="en-US"/>
        </a:p>
      </dgm:t>
    </dgm:pt>
    <dgm:pt modelId="{94A5A11E-B778-40DE-B55A-15429D9F96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Page 4: SIP &amp; Market Trends</a:t>
          </a:r>
        </a:p>
      </dgm:t>
    </dgm:pt>
    <dgm:pt modelId="{92BAB8C8-2C5B-48BB-A86B-5F96141E23CE}" type="parTrans" cxnId="{3A1A395C-FD20-4B9E-BBE1-A758843AE8E8}">
      <dgm:prSet/>
      <dgm:spPr/>
      <dgm:t>
        <a:bodyPr/>
        <a:lstStyle/>
        <a:p>
          <a:endParaRPr lang="en-US"/>
        </a:p>
      </dgm:t>
    </dgm:pt>
    <dgm:pt modelId="{743E6CD2-F11C-452F-A4F7-3984170BB1EB}" type="sibTrans" cxnId="{3A1A395C-FD20-4B9E-BBE1-A758843AE8E8}">
      <dgm:prSet/>
      <dgm:spPr/>
      <dgm:t>
        <a:bodyPr/>
        <a:lstStyle/>
        <a:p>
          <a:endParaRPr lang="en-US"/>
        </a:p>
      </dgm:t>
    </dgm:pt>
    <dgm:pt modelId="{0C53FE79-FDB9-426F-9207-9B4E018E05F0}" type="pres">
      <dgm:prSet presAssocID="{76991074-AD05-4A59-87A8-66A568234F9F}" presName="root" presStyleCnt="0">
        <dgm:presLayoutVars>
          <dgm:dir/>
          <dgm:resizeHandles val="exact"/>
        </dgm:presLayoutVars>
      </dgm:prSet>
      <dgm:spPr/>
    </dgm:pt>
    <dgm:pt modelId="{BFD763C0-470D-4F25-B122-16CA528FF003}" type="pres">
      <dgm:prSet presAssocID="{DF93EB68-F5BE-424C-B352-8F19C0188980}" presName="compNode" presStyleCnt="0"/>
      <dgm:spPr/>
    </dgm:pt>
    <dgm:pt modelId="{CEAD0CDC-5C82-4925-8BED-559C8A6E4136}" type="pres">
      <dgm:prSet presAssocID="{DF93EB68-F5BE-424C-B352-8F19C0188980}" presName="bgRect" presStyleLbl="bgShp" presStyleIdx="0" presStyleCnt="4"/>
      <dgm:spPr/>
    </dgm:pt>
    <dgm:pt modelId="{0015DFC2-A45C-4B6C-8729-10392A6C8398}" type="pres">
      <dgm:prSet presAssocID="{DF93EB68-F5BE-424C-B352-8F19C018898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14007AE-6E1B-4BD7-8CDB-F718C874A423}" type="pres">
      <dgm:prSet presAssocID="{DF93EB68-F5BE-424C-B352-8F19C0188980}" presName="spaceRect" presStyleCnt="0"/>
      <dgm:spPr/>
    </dgm:pt>
    <dgm:pt modelId="{3D7D48C0-8E8E-49AE-9F53-D8D44C543D9C}" type="pres">
      <dgm:prSet presAssocID="{DF93EB68-F5BE-424C-B352-8F19C0188980}" presName="parTx" presStyleLbl="revTx" presStyleIdx="0" presStyleCnt="4">
        <dgm:presLayoutVars>
          <dgm:chMax val="0"/>
          <dgm:chPref val="0"/>
        </dgm:presLayoutVars>
      </dgm:prSet>
      <dgm:spPr/>
    </dgm:pt>
    <dgm:pt modelId="{4784318E-9438-4551-B3A1-9E12731B13E0}" type="pres">
      <dgm:prSet presAssocID="{DC55809E-EF77-4873-9BF1-8768FF4AFD92}" presName="sibTrans" presStyleCnt="0"/>
      <dgm:spPr/>
    </dgm:pt>
    <dgm:pt modelId="{E23C649E-0DBA-400E-85E0-3B94E10DBE10}" type="pres">
      <dgm:prSet presAssocID="{296E2003-7CAF-4EF8-8D32-DEBCF81CECA7}" presName="compNode" presStyleCnt="0"/>
      <dgm:spPr/>
    </dgm:pt>
    <dgm:pt modelId="{29A505DF-55CB-4CD0-A4FF-E2A7ED454A35}" type="pres">
      <dgm:prSet presAssocID="{296E2003-7CAF-4EF8-8D32-DEBCF81CECA7}" presName="bgRect" presStyleLbl="bgShp" presStyleIdx="1" presStyleCnt="4"/>
      <dgm:spPr/>
    </dgm:pt>
    <dgm:pt modelId="{603C3E21-5502-4F2A-81F1-52B3EC9BBC6F}" type="pres">
      <dgm:prSet presAssocID="{296E2003-7CAF-4EF8-8D32-DEBCF81CECA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DC26DB51-B8D6-479B-AD0A-C7FF8074E7FA}" type="pres">
      <dgm:prSet presAssocID="{296E2003-7CAF-4EF8-8D32-DEBCF81CECA7}" presName="spaceRect" presStyleCnt="0"/>
      <dgm:spPr/>
    </dgm:pt>
    <dgm:pt modelId="{31193C49-0A0A-434F-B9C1-4067BFFCCEF3}" type="pres">
      <dgm:prSet presAssocID="{296E2003-7CAF-4EF8-8D32-DEBCF81CECA7}" presName="parTx" presStyleLbl="revTx" presStyleIdx="1" presStyleCnt="4">
        <dgm:presLayoutVars>
          <dgm:chMax val="0"/>
          <dgm:chPref val="0"/>
        </dgm:presLayoutVars>
      </dgm:prSet>
      <dgm:spPr/>
    </dgm:pt>
    <dgm:pt modelId="{0C46FDC7-B37B-4E4B-BBA0-047944A22D66}" type="pres">
      <dgm:prSet presAssocID="{672E4A0F-E081-45E9-8FE7-8B3B958539F5}" presName="sibTrans" presStyleCnt="0"/>
      <dgm:spPr/>
    </dgm:pt>
    <dgm:pt modelId="{6BBD6B8C-44D6-4252-993D-3B539720B602}" type="pres">
      <dgm:prSet presAssocID="{E23AE7DA-004F-4626-85B0-5E98BA0A4EBA}" presName="compNode" presStyleCnt="0"/>
      <dgm:spPr/>
    </dgm:pt>
    <dgm:pt modelId="{C4443BAE-BBFE-4805-9E67-586C0F73013E}" type="pres">
      <dgm:prSet presAssocID="{E23AE7DA-004F-4626-85B0-5E98BA0A4EBA}" presName="bgRect" presStyleLbl="bgShp" presStyleIdx="2" presStyleCnt="4"/>
      <dgm:spPr/>
    </dgm:pt>
    <dgm:pt modelId="{85DB80D1-D04E-4E3A-8ED6-92BBA6A98D8D}" type="pres">
      <dgm:prSet presAssocID="{E23AE7DA-004F-4626-85B0-5E98BA0A4EB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C8B3A6B-DEE7-4C36-8AB2-971A6A17EF72}" type="pres">
      <dgm:prSet presAssocID="{E23AE7DA-004F-4626-85B0-5E98BA0A4EBA}" presName="spaceRect" presStyleCnt="0"/>
      <dgm:spPr/>
    </dgm:pt>
    <dgm:pt modelId="{E5BEE3EF-B330-4417-B808-A216953354A3}" type="pres">
      <dgm:prSet presAssocID="{E23AE7DA-004F-4626-85B0-5E98BA0A4EBA}" presName="parTx" presStyleLbl="revTx" presStyleIdx="2" presStyleCnt="4">
        <dgm:presLayoutVars>
          <dgm:chMax val="0"/>
          <dgm:chPref val="0"/>
        </dgm:presLayoutVars>
      </dgm:prSet>
      <dgm:spPr/>
    </dgm:pt>
    <dgm:pt modelId="{2411377D-36F1-43E9-829B-71684A5E1DB6}" type="pres">
      <dgm:prSet presAssocID="{46B89701-9AEB-44AB-AE2B-A9B923E58DBB}" presName="sibTrans" presStyleCnt="0"/>
      <dgm:spPr/>
    </dgm:pt>
    <dgm:pt modelId="{393C64EB-53AA-40D7-8051-94C0A17A679E}" type="pres">
      <dgm:prSet presAssocID="{94A5A11E-B778-40DE-B55A-15429D9F96D0}" presName="compNode" presStyleCnt="0"/>
      <dgm:spPr/>
    </dgm:pt>
    <dgm:pt modelId="{C13ECB5A-F101-443D-A97B-B68FF1D1F7E1}" type="pres">
      <dgm:prSet presAssocID="{94A5A11E-B778-40DE-B55A-15429D9F96D0}" presName="bgRect" presStyleLbl="bgShp" presStyleIdx="3" presStyleCnt="4"/>
      <dgm:spPr/>
    </dgm:pt>
    <dgm:pt modelId="{57A07E78-F7F4-4B9E-8BA7-BA2FC17FFB0A}" type="pres">
      <dgm:prSet presAssocID="{94A5A11E-B778-40DE-B55A-15429D9F96D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95503D9F-B759-4443-AF7A-908AAFB47232}" type="pres">
      <dgm:prSet presAssocID="{94A5A11E-B778-40DE-B55A-15429D9F96D0}" presName="spaceRect" presStyleCnt="0"/>
      <dgm:spPr/>
    </dgm:pt>
    <dgm:pt modelId="{911644F3-2139-4B85-8285-F8B0592F0CB7}" type="pres">
      <dgm:prSet presAssocID="{94A5A11E-B778-40DE-B55A-15429D9F96D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FA95507-270E-49F3-9451-9024A0ECAE67}" type="presOf" srcId="{DF93EB68-F5BE-424C-B352-8F19C0188980}" destId="{3D7D48C0-8E8E-49AE-9F53-D8D44C543D9C}" srcOrd="0" destOrd="0" presId="urn:microsoft.com/office/officeart/2018/2/layout/IconVerticalSolidList"/>
    <dgm:cxn modelId="{D02E2723-5E99-4EF4-A5F4-C4B2CD312921}" srcId="{76991074-AD05-4A59-87A8-66A568234F9F}" destId="{DF93EB68-F5BE-424C-B352-8F19C0188980}" srcOrd="0" destOrd="0" parTransId="{C9B29F54-0B89-456B-89F9-D1E434066607}" sibTransId="{DC55809E-EF77-4873-9BF1-8768FF4AFD92}"/>
    <dgm:cxn modelId="{3A1A395C-FD20-4B9E-BBE1-A758843AE8E8}" srcId="{76991074-AD05-4A59-87A8-66A568234F9F}" destId="{94A5A11E-B778-40DE-B55A-15429D9F96D0}" srcOrd="3" destOrd="0" parTransId="{92BAB8C8-2C5B-48BB-A86B-5F96141E23CE}" sibTransId="{743E6CD2-F11C-452F-A4F7-3984170BB1EB}"/>
    <dgm:cxn modelId="{E088134B-834F-46C3-9116-42EB7EA6FEB7}" type="presOf" srcId="{E23AE7DA-004F-4626-85B0-5E98BA0A4EBA}" destId="{E5BEE3EF-B330-4417-B808-A216953354A3}" srcOrd="0" destOrd="0" presId="urn:microsoft.com/office/officeart/2018/2/layout/IconVerticalSolidList"/>
    <dgm:cxn modelId="{8D2E1350-8CB1-4C8A-BEE6-DDF368C77967}" type="presOf" srcId="{76991074-AD05-4A59-87A8-66A568234F9F}" destId="{0C53FE79-FDB9-426F-9207-9B4E018E05F0}" srcOrd="0" destOrd="0" presId="urn:microsoft.com/office/officeart/2018/2/layout/IconVerticalSolidList"/>
    <dgm:cxn modelId="{3D964C74-2C6E-472F-84AB-FE83D6E09B7F}" type="presOf" srcId="{296E2003-7CAF-4EF8-8D32-DEBCF81CECA7}" destId="{31193C49-0A0A-434F-B9C1-4067BFFCCEF3}" srcOrd="0" destOrd="0" presId="urn:microsoft.com/office/officeart/2018/2/layout/IconVerticalSolidList"/>
    <dgm:cxn modelId="{67536B84-B144-4FAF-B636-1BD9E746D235}" type="presOf" srcId="{94A5A11E-B778-40DE-B55A-15429D9F96D0}" destId="{911644F3-2139-4B85-8285-F8B0592F0CB7}" srcOrd="0" destOrd="0" presId="urn:microsoft.com/office/officeart/2018/2/layout/IconVerticalSolidList"/>
    <dgm:cxn modelId="{D043D0A6-3C8A-47BA-8361-FACD33D115AC}" srcId="{76991074-AD05-4A59-87A8-66A568234F9F}" destId="{E23AE7DA-004F-4626-85B0-5E98BA0A4EBA}" srcOrd="2" destOrd="0" parTransId="{92F2D44D-5C4B-4CE4-BEB7-7E0D4A800FF0}" sibTransId="{46B89701-9AEB-44AB-AE2B-A9B923E58DBB}"/>
    <dgm:cxn modelId="{212FA0EC-F127-4977-97F5-12E4B5245C7E}" srcId="{76991074-AD05-4A59-87A8-66A568234F9F}" destId="{296E2003-7CAF-4EF8-8D32-DEBCF81CECA7}" srcOrd="1" destOrd="0" parTransId="{F6449E19-27D3-4686-B032-CC9D8CD8B820}" sibTransId="{672E4A0F-E081-45E9-8FE7-8B3B958539F5}"/>
    <dgm:cxn modelId="{F3AA4DA4-B674-41E6-A3D5-40420D2B47CC}" type="presParOf" srcId="{0C53FE79-FDB9-426F-9207-9B4E018E05F0}" destId="{BFD763C0-470D-4F25-B122-16CA528FF003}" srcOrd="0" destOrd="0" presId="urn:microsoft.com/office/officeart/2018/2/layout/IconVerticalSolidList"/>
    <dgm:cxn modelId="{9DF7DFB5-F8FA-473C-91C0-CF5BA5FD2E2A}" type="presParOf" srcId="{BFD763C0-470D-4F25-B122-16CA528FF003}" destId="{CEAD0CDC-5C82-4925-8BED-559C8A6E4136}" srcOrd="0" destOrd="0" presId="urn:microsoft.com/office/officeart/2018/2/layout/IconVerticalSolidList"/>
    <dgm:cxn modelId="{F536D8B2-E738-4A28-A90E-9DC31A4447CD}" type="presParOf" srcId="{BFD763C0-470D-4F25-B122-16CA528FF003}" destId="{0015DFC2-A45C-4B6C-8729-10392A6C8398}" srcOrd="1" destOrd="0" presId="urn:microsoft.com/office/officeart/2018/2/layout/IconVerticalSolidList"/>
    <dgm:cxn modelId="{3F81E9D4-E4B8-4775-9A73-C75703EDDB23}" type="presParOf" srcId="{BFD763C0-470D-4F25-B122-16CA528FF003}" destId="{514007AE-6E1B-4BD7-8CDB-F718C874A423}" srcOrd="2" destOrd="0" presId="urn:microsoft.com/office/officeart/2018/2/layout/IconVerticalSolidList"/>
    <dgm:cxn modelId="{5570DA70-C89C-4AB2-AD02-C847792D972E}" type="presParOf" srcId="{BFD763C0-470D-4F25-B122-16CA528FF003}" destId="{3D7D48C0-8E8E-49AE-9F53-D8D44C543D9C}" srcOrd="3" destOrd="0" presId="urn:microsoft.com/office/officeart/2018/2/layout/IconVerticalSolidList"/>
    <dgm:cxn modelId="{B2969037-2402-4FDB-B893-B30248721A58}" type="presParOf" srcId="{0C53FE79-FDB9-426F-9207-9B4E018E05F0}" destId="{4784318E-9438-4551-B3A1-9E12731B13E0}" srcOrd="1" destOrd="0" presId="urn:microsoft.com/office/officeart/2018/2/layout/IconVerticalSolidList"/>
    <dgm:cxn modelId="{4B30E1E4-C8F4-4E36-B884-4E99A103F383}" type="presParOf" srcId="{0C53FE79-FDB9-426F-9207-9B4E018E05F0}" destId="{E23C649E-0DBA-400E-85E0-3B94E10DBE10}" srcOrd="2" destOrd="0" presId="urn:microsoft.com/office/officeart/2018/2/layout/IconVerticalSolidList"/>
    <dgm:cxn modelId="{4B957857-79EA-4010-A59E-E14B615B727C}" type="presParOf" srcId="{E23C649E-0DBA-400E-85E0-3B94E10DBE10}" destId="{29A505DF-55CB-4CD0-A4FF-E2A7ED454A35}" srcOrd="0" destOrd="0" presId="urn:microsoft.com/office/officeart/2018/2/layout/IconVerticalSolidList"/>
    <dgm:cxn modelId="{2EDDB75C-B6C2-43D4-9BB7-BE1E89099F00}" type="presParOf" srcId="{E23C649E-0DBA-400E-85E0-3B94E10DBE10}" destId="{603C3E21-5502-4F2A-81F1-52B3EC9BBC6F}" srcOrd="1" destOrd="0" presId="urn:microsoft.com/office/officeart/2018/2/layout/IconVerticalSolidList"/>
    <dgm:cxn modelId="{09B0B4F5-CA8F-410A-9435-95330193C1F2}" type="presParOf" srcId="{E23C649E-0DBA-400E-85E0-3B94E10DBE10}" destId="{DC26DB51-B8D6-479B-AD0A-C7FF8074E7FA}" srcOrd="2" destOrd="0" presId="urn:microsoft.com/office/officeart/2018/2/layout/IconVerticalSolidList"/>
    <dgm:cxn modelId="{D1BA523E-91CC-42D0-BFD6-93ED0F6B5A40}" type="presParOf" srcId="{E23C649E-0DBA-400E-85E0-3B94E10DBE10}" destId="{31193C49-0A0A-434F-B9C1-4067BFFCCEF3}" srcOrd="3" destOrd="0" presId="urn:microsoft.com/office/officeart/2018/2/layout/IconVerticalSolidList"/>
    <dgm:cxn modelId="{E82902D3-05EB-4D64-A032-2639887B38AA}" type="presParOf" srcId="{0C53FE79-FDB9-426F-9207-9B4E018E05F0}" destId="{0C46FDC7-B37B-4E4B-BBA0-047944A22D66}" srcOrd="3" destOrd="0" presId="urn:microsoft.com/office/officeart/2018/2/layout/IconVerticalSolidList"/>
    <dgm:cxn modelId="{3F56F9CC-9FBB-4DDD-B6D5-905CB3664599}" type="presParOf" srcId="{0C53FE79-FDB9-426F-9207-9B4E018E05F0}" destId="{6BBD6B8C-44D6-4252-993D-3B539720B602}" srcOrd="4" destOrd="0" presId="urn:microsoft.com/office/officeart/2018/2/layout/IconVerticalSolidList"/>
    <dgm:cxn modelId="{76F867F3-63A0-428A-AD3F-830B6ADCB660}" type="presParOf" srcId="{6BBD6B8C-44D6-4252-993D-3B539720B602}" destId="{C4443BAE-BBFE-4805-9E67-586C0F73013E}" srcOrd="0" destOrd="0" presId="urn:microsoft.com/office/officeart/2018/2/layout/IconVerticalSolidList"/>
    <dgm:cxn modelId="{15DCE5E7-C009-4C13-B6A9-B2C61396E163}" type="presParOf" srcId="{6BBD6B8C-44D6-4252-993D-3B539720B602}" destId="{85DB80D1-D04E-4E3A-8ED6-92BBA6A98D8D}" srcOrd="1" destOrd="0" presId="urn:microsoft.com/office/officeart/2018/2/layout/IconVerticalSolidList"/>
    <dgm:cxn modelId="{262D2F87-E0ED-411A-807F-C3F51E3B5E83}" type="presParOf" srcId="{6BBD6B8C-44D6-4252-993D-3B539720B602}" destId="{6C8B3A6B-DEE7-4C36-8AB2-971A6A17EF72}" srcOrd="2" destOrd="0" presId="urn:microsoft.com/office/officeart/2018/2/layout/IconVerticalSolidList"/>
    <dgm:cxn modelId="{58E3EDF4-82DE-465C-A720-2846404B913E}" type="presParOf" srcId="{6BBD6B8C-44D6-4252-993D-3B539720B602}" destId="{E5BEE3EF-B330-4417-B808-A216953354A3}" srcOrd="3" destOrd="0" presId="urn:microsoft.com/office/officeart/2018/2/layout/IconVerticalSolidList"/>
    <dgm:cxn modelId="{17EAC2F4-3C14-4D81-99A0-D06BF8C5B8AA}" type="presParOf" srcId="{0C53FE79-FDB9-426F-9207-9B4E018E05F0}" destId="{2411377D-36F1-43E9-829B-71684A5E1DB6}" srcOrd="5" destOrd="0" presId="urn:microsoft.com/office/officeart/2018/2/layout/IconVerticalSolidList"/>
    <dgm:cxn modelId="{EA526585-E8FD-4E65-9FF8-3EB24BCCC365}" type="presParOf" srcId="{0C53FE79-FDB9-426F-9207-9B4E018E05F0}" destId="{393C64EB-53AA-40D7-8051-94C0A17A679E}" srcOrd="6" destOrd="0" presId="urn:microsoft.com/office/officeart/2018/2/layout/IconVerticalSolidList"/>
    <dgm:cxn modelId="{B5C81129-1D51-426F-90C4-879B66E26291}" type="presParOf" srcId="{393C64EB-53AA-40D7-8051-94C0A17A679E}" destId="{C13ECB5A-F101-443D-A97B-B68FF1D1F7E1}" srcOrd="0" destOrd="0" presId="urn:microsoft.com/office/officeart/2018/2/layout/IconVerticalSolidList"/>
    <dgm:cxn modelId="{69F098E7-9FB2-4B2F-817E-23E3C4C74031}" type="presParOf" srcId="{393C64EB-53AA-40D7-8051-94C0A17A679E}" destId="{57A07E78-F7F4-4B9E-8BA7-BA2FC17FFB0A}" srcOrd="1" destOrd="0" presId="urn:microsoft.com/office/officeart/2018/2/layout/IconVerticalSolidList"/>
    <dgm:cxn modelId="{0DBCBC63-D284-4E0D-B08E-FDEEAB44D3CF}" type="presParOf" srcId="{393C64EB-53AA-40D7-8051-94C0A17A679E}" destId="{95503D9F-B759-4443-AF7A-908AAFB47232}" srcOrd="2" destOrd="0" presId="urn:microsoft.com/office/officeart/2018/2/layout/IconVerticalSolidList"/>
    <dgm:cxn modelId="{9CC4929B-60F5-4FC3-9D38-A8A60B536E21}" type="presParOf" srcId="{393C64EB-53AA-40D7-8051-94C0A17A679E}" destId="{911644F3-2139-4B85-8285-F8B0592F0C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4FB9B5-E2F9-4166-BD1D-BFD4A286DC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1871BF5-FFD2-4764-85EE-99D8105DB842}">
      <dgm:prSet/>
      <dgm:spPr/>
      <dgm:t>
        <a:bodyPr/>
        <a:lstStyle/>
        <a:p>
          <a:r>
            <a:rPr lang="en-US"/>
            <a:t>Historical VaR (95%) and CVaR</a:t>
          </a:r>
        </a:p>
      </dgm:t>
    </dgm:pt>
    <dgm:pt modelId="{01A32BAF-B7B5-48DA-811B-A26837E50510}" type="parTrans" cxnId="{ECB5248C-5E8D-4FEC-AB79-73CDD2825117}">
      <dgm:prSet/>
      <dgm:spPr/>
      <dgm:t>
        <a:bodyPr/>
        <a:lstStyle/>
        <a:p>
          <a:endParaRPr lang="en-US"/>
        </a:p>
      </dgm:t>
    </dgm:pt>
    <dgm:pt modelId="{C3AF645A-73D4-49F2-9629-A0311EBBE1C6}" type="sibTrans" cxnId="{ECB5248C-5E8D-4FEC-AB79-73CDD2825117}">
      <dgm:prSet/>
      <dgm:spPr/>
      <dgm:t>
        <a:bodyPr/>
        <a:lstStyle/>
        <a:p>
          <a:endParaRPr lang="en-US"/>
        </a:p>
      </dgm:t>
    </dgm:pt>
    <dgm:pt modelId="{2AB88195-85F4-4252-81B1-EA0D75611C59}">
      <dgm:prSet/>
      <dgm:spPr/>
      <dgm:t>
        <a:bodyPr/>
        <a:lstStyle/>
        <a:p>
          <a:r>
            <a:rPr lang="en-US"/>
            <a:t>Rolling 90-Day Sharpe Ratio</a:t>
          </a:r>
        </a:p>
      </dgm:t>
    </dgm:pt>
    <dgm:pt modelId="{B862F587-956B-4D7B-8C3C-B5FAFC1A05E2}" type="parTrans" cxnId="{8AF6D0FA-31D8-4566-BCD1-F8511AB8131E}">
      <dgm:prSet/>
      <dgm:spPr/>
      <dgm:t>
        <a:bodyPr/>
        <a:lstStyle/>
        <a:p>
          <a:endParaRPr lang="en-US"/>
        </a:p>
      </dgm:t>
    </dgm:pt>
    <dgm:pt modelId="{C3B89785-2A43-4D7A-95B7-51F2C50C48C9}" type="sibTrans" cxnId="{8AF6D0FA-31D8-4566-BCD1-F8511AB8131E}">
      <dgm:prSet/>
      <dgm:spPr/>
      <dgm:t>
        <a:bodyPr/>
        <a:lstStyle/>
        <a:p>
          <a:endParaRPr lang="en-US"/>
        </a:p>
      </dgm:t>
    </dgm:pt>
    <dgm:pt modelId="{BB951218-695A-426F-A172-EC29A2DBD056}">
      <dgm:prSet/>
      <dgm:spPr/>
      <dgm:t>
        <a:bodyPr/>
        <a:lstStyle/>
        <a:p>
          <a:r>
            <a:rPr lang="en-US"/>
            <a:t>Investor Cohort Analysis</a:t>
          </a:r>
        </a:p>
      </dgm:t>
    </dgm:pt>
    <dgm:pt modelId="{FDCE7DD3-E33F-472B-99F2-75B14B2A7D4C}" type="parTrans" cxnId="{47CE5566-7DFC-4D18-B139-6F1BC3F34851}">
      <dgm:prSet/>
      <dgm:spPr/>
      <dgm:t>
        <a:bodyPr/>
        <a:lstStyle/>
        <a:p>
          <a:endParaRPr lang="en-US"/>
        </a:p>
      </dgm:t>
    </dgm:pt>
    <dgm:pt modelId="{41C25D4C-8C2B-4973-AA69-7DB130DFE679}" type="sibTrans" cxnId="{47CE5566-7DFC-4D18-B139-6F1BC3F34851}">
      <dgm:prSet/>
      <dgm:spPr/>
      <dgm:t>
        <a:bodyPr/>
        <a:lstStyle/>
        <a:p>
          <a:endParaRPr lang="en-US"/>
        </a:p>
      </dgm:t>
    </dgm:pt>
    <dgm:pt modelId="{E8039DD3-56D7-4B1F-8DDD-38DA3EF5E769}">
      <dgm:prSet/>
      <dgm:spPr/>
      <dgm:t>
        <a:bodyPr/>
        <a:lstStyle/>
        <a:p>
          <a:r>
            <a:rPr lang="en-US"/>
            <a:t>SIP Continuity Analysis</a:t>
          </a:r>
        </a:p>
      </dgm:t>
    </dgm:pt>
    <dgm:pt modelId="{8CD49D6A-55C4-4127-9E03-8C916CFF6222}" type="parTrans" cxnId="{2D45630E-5DE8-4791-9D2E-AF99FF5FC004}">
      <dgm:prSet/>
      <dgm:spPr/>
      <dgm:t>
        <a:bodyPr/>
        <a:lstStyle/>
        <a:p>
          <a:endParaRPr lang="en-US"/>
        </a:p>
      </dgm:t>
    </dgm:pt>
    <dgm:pt modelId="{6BEE7657-3AFB-4F86-9EA2-9C34B494D1E1}" type="sibTrans" cxnId="{2D45630E-5DE8-4791-9D2E-AF99FF5FC004}">
      <dgm:prSet/>
      <dgm:spPr/>
      <dgm:t>
        <a:bodyPr/>
        <a:lstStyle/>
        <a:p>
          <a:endParaRPr lang="en-US"/>
        </a:p>
      </dgm:t>
    </dgm:pt>
    <dgm:pt modelId="{D620C2A3-67C5-4A0D-A9F9-421504A8366C}">
      <dgm:prSet/>
      <dgm:spPr/>
      <dgm:t>
        <a:bodyPr/>
        <a:lstStyle/>
        <a:p>
          <a:r>
            <a:rPr lang="en-US"/>
            <a:t>Fund Recommender</a:t>
          </a:r>
        </a:p>
      </dgm:t>
    </dgm:pt>
    <dgm:pt modelId="{E8F90FCC-4F77-4218-A428-58688FB8B94D}" type="parTrans" cxnId="{452ACEBB-1901-450C-8FA2-68AEFA2BE60D}">
      <dgm:prSet/>
      <dgm:spPr/>
      <dgm:t>
        <a:bodyPr/>
        <a:lstStyle/>
        <a:p>
          <a:endParaRPr lang="en-US"/>
        </a:p>
      </dgm:t>
    </dgm:pt>
    <dgm:pt modelId="{A5D56060-52CE-430A-B470-8D47164D10DE}" type="sibTrans" cxnId="{452ACEBB-1901-450C-8FA2-68AEFA2BE60D}">
      <dgm:prSet/>
      <dgm:spPr/>
      <dgm:t>
        <a:bodyPr/>
        <a:lstStyle/>
        <a:p>
          <a:endParaRPr lang="en-US"/>
        </a:p>
      </dgm:t>
    </dgm:pt>
    <dgm:pt modelId="{FA3A209D-CEF3-48C9-93C1-2CBBC550DD80}">
      <dgm:prSet/>
      <dgm:spPr/>
      <dgm:t>
        <a:bodyPr/>
        <a:lstStyle/>
        <a:p>
          <a:r>
            <a:rPr lang="en-US"/>
            <a:t>HHI Portfolio Concentration</a:t>
          </a:r>
        </a:p>
      </dgm:t>
    </dgm:pt>
    <dgm:pt modelId="{648E1C4F-CAF5-429A-B616-7598573EFB83}" type="parTrans" cxnId="{61DCAA86-594A-40D1-BC49-9FE537DD1A6F}">
      <dgm:prSet/>
      <dgm:spPr/>
      <dgm:t>
        <a:bodyPr/>
        <a:lstStyle/>
        <a:p>
          <a:endParaRPr lang="en-US"/>
        </a:p>
      </dgm:t>
    </dgm:pt>
    <dgm:pt modelId="{E9391C40-99E6-497A-883C-6126916B8F86}" type="sibTrans" cxnId="{61DCAA86-594A-40D1-BC49-9FE537DD1A6F}">
      <dgm:prSet/>
      <dgm:spPr/>
      <dgm:t>
        <a:bodyPr/>
        <a:lstStyle/>
        <a:p>
          <a:endParaRPr lang="en-US"/>
        </a:p>
      </dgm:t>
    </dgm:pt>
    <dgm:pt modelId="{5AE295CE-EDF6-47F6-9953-52CE9104A4CA}" type="pres">
      <dgm:prSet presAssocID="{654FB9B5-E2F9-4166-BD1D-BFD4A286DC9E}" presName="root" presStyleCnt="0">
        <dgm:presLayoutVars>
          <dgm:dir/>
          <dgm:resizeHandles val="exact"/>
        </dgm:presLayoutVars>
      </dgm:prSet>
      <dgm:spPr/>
    </dgm:pt>
    <dgm:pt modelId="{B3A24EAC-E816-4CC6-AD6B-6590FF12AE84}" type="pres">
      <dgm:prSet presAssocID="{31871BF5-FFD2-4764-85EE-99D8105DB842}" presName="compNode" presStyleCnt="0"/>
      <dgm:spPr/>
    </dgm:pt>
    <dgm:pt modelId="{7AFD6DF7-3910-41E7-AB7A-67D227D580E9}" type="pres">
      <dgm:prSet presAssocID="{31871BF5-FFD2-4764-85EE-99D8105DB842}" presName="bgRect" presStyleLbl="bgShp" presStyleIdx="0" presStyleCnt="6"/>
      <dgm:spPr/>
    </dgm:pt>
    <dgm:pt modelId="{E09A4B9D-A7FB-43F0-A1F7-8218D83C8BE3}" type="pres">
      <dgm:prSet presAssocID="{31871BF5-FFD2-4764-85EE-99D8105DB84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4E165551-86C7-47E1-B54A-D47C7999B6BF}" type="pres">
      <dgm:prSet presAssocID="{31871BF5-FFD2-4764-85EE-99D8105DB842}" presName="spaceRect" presStyleCnt="0"/>
      <dgm:spPr/>
    </dgm:pt>
    <dgm:pt modelId="{2CAA9868-C0CA-41C5-9889-1DAD33B99793}" type="pres">
      <dgm:prSet presAssocID="{31871BF5-FFD2-4764-85EE-99D8105DB842}" presName="parTx" presStyleLbl="revTx" presStyleIdx="0" presStyleCnt="6">
        <dgm:presLayoutVars>
          <dgm:chMax val="0"/>
          <dgm:chPref val="0"/>
        </dgm:presLayoutVars>
      </dgm:prSet>
      <dgm:spPr/>
    </dgm:pt>
    <dgm:pt modelId="{1B697EF2-9951-47FC-91A0-A838A3B0F7C5}" type="pres">
      <dgm:prSet presAssocID="{C3AF645A-73D4-49F2-9629-A0311EBBE1C6}" presName="sibTrans" presStyleCnt="0"/>
      <dgm:spPr/>
    </dgm:pt>
    <dgm:pt modelId="{644EDBC9-3CB2-488A-AA7C-BE4B86BB820A}" type="pres">
      <dgm:prSet presAssocID="{2AB88195-85F4-4252-81B1-EA0D75611C59}" presName="compNode" presStyleCnt="0"/>
      <dgm:spPr/>
    </dgm:pt>
    <dgm:pt modelId="{7F97F9F2-0C21-4029-BD42-BDE0D2E4ED32}" type="pres">
      <dgm:prSet presAssocID="{2AB88195-85F4-4252-81B1-EA0D75611C59}" presName="bgRect" presStyleLbl="bgShp" presStyleIdx="1" presStyleCnt="6"/>
      <dgm:spPr/>
    </dgm:pt>
    <dgm:pt modelId="{7F9B9BE6-93D9-4C06-94F4-AD9BFF010150}" type="pres">
      <dgm:prSet presAssocID="{2AB88195-85F4-4252-81B1-EA0D75611C5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6C3BD65C-5129-4D95-8E78-7DBDC2557F56}" type="pres">
      <dgm:prSet presAssocID="{2AB88195-85F4-4252-81B1-EA0D75611C59}" presName="spaceRect" presStyleCnt="0"/>
      <dgm:spPr/>
    </dgm:pt>
    <dgm:pt modelId="{7568F4CD-A4C5-4BEC-B249-BA4F85284C9F}" type="pres">
      <dgm:prSet presAssocID="{2AB88195-85F4-4252-81B1-EA0D75611C59}" presName="parTx" presStyleLbl="revTx" presStyleIdx="1" presStyleCnt="6">
        <dgm:presLayoutVars>
          <dgm:chMax val="0"/>
          <dgm:chPref val="0"/>
        </dgm:presLayoutVars>
      </dgm:prSet>
      <dgm:spPr/>
    </dgm:pt>
    <dgm:pt modelId="{944E4FDD-40C1-4203-B571-EA70F33F20FB}" type="pres">
      <dgm:prSet presAssocID="{C3B89785-2A43-4D7A-95B7-51F2C50C48C9}" presName="sibTrans" presStyleCnt="0"/>
      <dgm:spPr/>
    </dgm:pt>
    <dgm:pt modelId="{85F4C5B3-2C77-4C41-9F2D-E8A0F1B885ED}" type="pres">
      <dgm:prSet presAssocID="{BB951218-695A-426F-A172-EC29A2DBD056}" presName="compNode" presStyleCnt="0"/>
      <dgm:spPr/>
    </dgm:pt>
    <dgm:pt modelId="{BD4AC586-4457-4EC5-B5A5-341118503E2D}" type="pres">
      <dgm:prSet presAssocID="{BB951218-695A-426F-A172-EC29A2DBD056}" presName="bgRect" presStyleLbl="bgShp" presStyleIdx="2" presStyleCnt="6"/>
      <dgm:spPr/>
    </dgm:pt>
    <dgm:pt modelId="{76DD115B-6BEF-4AE9-AE20-6D88317EB3A0}" type="pres">
      <dgm:prSet presAssocID="{BB951218-695A-426F-A172-EC29A2DBD05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76960D6-3A6B-4106-8D56-4AE582DF5A35}" type="pres">
      <dgm:prSet presAssocID="{BB951218-695A-426F-A172-EC29A2DBD056}" presName="spaceRect" presStyleCnt="0"/>
      <dgm:spPr/>
    </dgm:pt>
    <dgm:pt modelId="{5B94AB25-F128-4DCB-BC38-3E0307700601}" type="pres">
      <dgm:prSet presAssocID="{BB951218-695A-426F-A172-EC29A2DBD056}" presName="parTx" presStyleLbl="revTx" presStyleIdx="2" presStyleCnt="6">
        <dgm:presLayoutVars>
          <dgm:chMax val="0"/>
          <dgm:chPref val="0"/>
        </dgm:presLayoutVars>
      </dgm:prSet>
      <dgm:spPr/>
    </dgm:pt>
    <dgm:pt modelId="{55BF7F4F-6F00-4300-9534-E5F8A942743E}" type="pres">
      <dgm:prSet presAssocID="{41C25D4C-8C2B-4973-AA69-7DB130DFE679}" presName="sibTrans" presStyleCnt="0"/>
      <dgm:spPr/>
    </dgm:pt>
    <dgm:pt modelId="{5162A49C-A469-42B0-97A6-A9EA87B4B359}" type="pres">
      <dgm:prSet presAssocID="{E8039DD3-56D7-4B1F-8DDD-38DA3EF5E769}" presName="compNode" presStyleCnt="0"/>
      <dgm:spPr/>
    </dgm:pt>
    <dgm:pt modelId="{E5E48829-F948-4144-B2AB-C0D5C6717EAD}" type="pres">
      <dgm:prSet presAssocID="{E8039DD3-56D7-4B1F-8DDD-38DA3EF5E769}" presName="bgRect" presStyleLbl="bgShp" presStyleIdx="3" presStyleCnt="6"/>
      <dgm:spPr/>
    </dgm:pt>
    <dgm:pt modelId="{F09C79BC-D88F-4451-BE5E-6ABC9D941DED}" type="pres">
      <dgm:prSet presAssocID="{E8039DD3-56D7-4B1F-8DDD-38DA3EF5E76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8C84711-A34D-484E-BAB4-70C376491C83}" type="pres">
      <dgm:prSet presAssocID="{E8039DD3-56D7-4B1F-8DDD-38DA3EF5E769}" presName="spaceRect" presStyleCnt="0"/>
      <dgm:spPr/>
    </dgm:pt>
    <dgm:pt modelId="{45FC7659-A042-499E-BA80-521CFAE643B0}" type="pres">
      <dgm:prSet presAssocID="{E8039DD3-56D7-4B1F-8DDD-38DA3EF5E769}" presName="parTx" presStyleLbl="revTx" presStyleIdx="3" presStyleCnt="6">
        <dgm:presLayoutVars>
          <dgm:chMax val="0"/>
          <dgm:chPref val="0"/>
        </dgm:presLayoutVars>
      </dgm:prSet>
      <dgm:spPr/>
    </dgm:pt>
    <dgm:pt modelId="{258E3A70-D3CD-48DC-A736-B9DEB04DA7AC}" type="pres">
      <dgm:prSet presAssocID="{6BEE7657-3AFB-4F86-9EA2-9C34B494D1E1}" presName="sibTrans" presStyleCnt="0"/>
      <dgm:spPr/>
    </dgm:pt>
    <dgm:pt modelId="{B5DCB783-C432-432C-A62B-EDAC8A754E43}" type="pres">
      <dgm:prSet presAssocID="{D620C2A3-67C5-4A0D-A9F9-421504A8366C}" presName="compNode" presStyleCnt="0"/>
      <dgm:spPr/>
    </dgm:pt>
    <dgm:pt modelId="{0B3D729E-3E39-4CBA-ABD2-202E6130B8D0}" type="pres">
      <dgm:prSet presAssocID="{D620C2A3-67C5-4A0D-A9F9-421504A8366C}" presName="bgRect" presStyleLbl="bgShp" presStyleIdx="4" presStyleCnt="6"/>
      <dgm:spPr/>
    </dgm:pt>
    <dgm:pt modelId="{F6E460AB-A23C-4A6E-BD6B-604BFBC6B8BE}" type="pres">
      <dgm:prSet presAssocID="{D620C2A3-67C5-4A0D-A9F9-421504A8366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37C459C-761A-448D-941D-185D02350E6F}" type="pres">
      <dgm:prSet presAssocID="{D620C2A3-67C5-4A0D-A9F9-421504A8366C}" presName="spaceRect" presStyleCnt="0"/>
      <dgm:spPr/>
    </dgm:pt>
    <dgm:pt modelId="{1020EBE3-BF86-4045-AA41-3DC3D85D0A02}" type="pres">
      <dgm:prSet presAssocID="{D620C2A3-67C5-4A0D-A9F9-421504A8366C}" presName="parTx" presStyleLbl="revTx" presStyleIdx="4" presStyleCnt="6">
        <dgm:presLayoutVars>
          <dgm:chMax val="0"/>
          <dgm:chPref val="0"/>
        </dgm:presLayoutVars>
      </dgm:prSet>
      <dgm:spPr/>
    </dgm:pt>
    <dgm:pt modelId="{D944E46E-EB8D-41B6-8DD7-410604D16B2F}" type="pres">
      <dgm:prSet presAssocID="{A5D56060-52CE-430A-B470-8D47164D10DE}" presName="sibTrans" presStyleCnt="0"/>
      <dgm:spPr/>
    </dgm:pt>
    <dgm:pt modelId="{441CDD21-78E5-4F32-B05F-0AE44337D2E5}" type="pres">
      <dgm:prSet presAssocID="{FA3A209D-CEF3-48C9-93C1-2CBBC550DD80}" presName="compNode" presStyleCnt="0"/>
      <dgm:spPr/>
    </dgm:pt>
    <dgm:pt modelId="{F6D932E0-119B-443A-9CAA-B544086C6233}" type="pres">
      <dgm:prSet presAssocID="{FA3A209D-CEF3-48C9-93C1-2CBBC550DD80}" presName="bgRect" presStyleLbl="bgShp" presStyleIdx="5" presStyleCnt="6"/>
      <dgm:spPr/>
    </dgm:pt>
    <dgm:pt modelId="{DEFDF41B-3FFF-4456-8B56-DC1880B88618}" type="pres">
      <dgm:prSet presAssocID="{FA3A209D-CEF3-48C9-93C1-2CBBC550DD8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42E9A74-DD61-4FFC-875C-D38B8F383822}" type="pres">
      <dgm:prSet presAssocID="{FA3A209D-CEF3-48C9-93C1-2CBBC550DD80}" presName="spaceRect" presStyleCnt="0"/>
      <dgm:spPr/>
    </dgm:pt>
    <dgm:pt modelId="{5AD7E76E-D3C2-4063-A627-160A202BEA0A}" type="pres">
      <dgm:prSet presAssocID="{FA3A209D-CEF3-48C9-93C1-2CBBC550DD8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4A92602-C2FE-44ED-B2AC-DBDD80442E51}" type="presOf" srcId="{BB951218-695A-426F-A172-EC29A2DBD056}" destId="{5B94AB25-F128-4DCB-BC38-3E0307700601}" srcOrd="0" destOrd="0" presId="urn:microsoft.com/office/officeart/2018/2/layout/IconVerticalSolidList"/>
    <dgm:cxn modelId="{2D45630E-5DE8-4791-9D2E-AF99FF5FC004}" srcId="{654FB9B5-E2F9-4166-BD1D-BFD4A286DC9E}" destId="{E8039DD3-56D7-4B1F-8DDD-38DA3EF5E769}" srcOrd="3" destOrd="0" parTransId="{8CD49D6A-55C4-4127-9E03-8C916CFF6222}" sibTransId="{6BEE7657-3AFB-4F86-9EA2-9C34B494D1E1}"/>
    <dgm:cxn modelId="{FC924018-123F-4385-9C23-A53016D3D624}" type="presOf" srcId="{FA3A209D-CEF3-48C9-93C1-2CBBC550DD80}" destId="{5AD7E76E-D3C2-4063-A627-160A202BEA0A}" srcOrd="0" destOrd="0" presId="urn:microsoft.com/office/officeart/2018/2/layout/IconVerticalSolidList"/>
    <dgm:cxn modelId="{FC6B2C3F-3370-4116-9C2A-A0551B2C0268}" type="presOf" srcId="{2AB88195-85F4-4252-81B1-EA0D75611C59}" destId="{7568F4CD-A4C5-4BEC-B249-BA4F85284C9F}" srcOrd="0" destOrd="0" presId="urn:microsoft.com/office/officeart/2018/2/layout/IconVerticalSolidList"/>
    <dgm:cxn modelId="{47CE5566-7DFC-4D18-B139-6F1BC3F34851}" srcId="{654FB9B5-E2F9-4166-BD1D-BFD4A286DC9E}" destId="{BB951218-695A-426F-A172-EC29A2DBD056}" srcOrd="2" destOrd="0" parTransId="{FDCE7DD3-E33F-472B-99F2-75B14B2A7D4C}" sibTransId="{41C25D4C-8C2B-4973-AA69-7DB130DFE679}"/>
    <dgm:cxn modelId="{E12C4357-E47B-4B1B-B993-7484AE9ADAF3}" type="presOf" srcId="{654FB9B5-E2F9-4166-BD1D-BFD4A286DC9E}" destId="{5AE295CE-EDF6-47F6-9953-52CE9104A4CA}" srcOrd="0" destOrd="0" presId="urn:microsoft.com/office/officeart/2018/2/layout/IconVerticalSolidList"/>
    <dgm:cxn modelId="{61DCAA86-594A-40D1-BC49-9FE537DD1A6F}" srcId="{654FB9B5-E2F9-4166-BD1D-BFD4A286DC9E}" destId="{FA3A209D-CEF3-48C9-93C1-2CBBC550DD80}" srcOrd="5" destOrd="0" parTransId="{648E1C4F-CAF5-429A-B616-7598573EFB83}" sibTransId="{E9391C40-99E6-497A-883C-6126916B8F86}"/>
    <dgm:cxn modelId="{ECB5248C-5E8D-4FEC-AB79-73CDD2825117}" srcId="{654FB9B5-E2F9-4166-BD1D-BFD4A286DC9E}" destId="{31871BF5-FFD2-4764-85EE-99D8105DB842}" srcOrd="0" destOrd="0" parTransId="{01A32BAF-B7B5-48DA-811B-A26837E50510}" sibTransId="{C3AF645A-73D4-49F2-9629-A0311EBBE1C6}"/>
    <dgm:cxn modelId="{452ACEBB-1901-450C-8FA2-68AEFA2BE60D}" srcId="{654FB9B5-E2F9-4166-BD1D-BFD4A286DC9E}" destId="{D620C2A3-67C5-4A0D-A9F9-421504A8366C}" srcOrd="4" destOrd="0" parTransId="{E8F90FCC-4F77-4218-A428-58688FB8B94D}" sibTransId="{A5D56060-52CE-430A-B470-8D47164D10DE}"/>
    <dgm:cxn modelId="{773ED4C4-7DB5-4188-8840-33E7D36B26AA}" type="presOf" srcId="{D620C2A3-67C5-4A0D-A9F9-421504A8366C}" destId="{1020EBE3-BF86-4045-AA41-3DC3D85D0A02}" srcOrd="0" destOrd="0" presId="urn:microsoft.com/office/officeart/2018/2/layout/IconVerticalSolidList"/>
    <dgm:cxn modelId="{2EECD2C7-366B-4685-85E5-87F4D2965E8C}" type="presOf" srcId="{31871BF5-FFD2-4764-85EE-99D8105DB842}" destId="{2CAA9868-C0CA-41C5-9889-1DAD33B99793}" srcOrd="0" destOrd="0" presId="urn:microsoft.com/office/officeart/2018/2/layout/IconVerticalSolidList"/>
    <dgm:cxn modelId="{8CD546DF-698B-4FF8-AC6A-AD5DB78502E7}" type="presOf" srcId="{E8039DD3-56D7-4B1F-8DDD-38DA3EF5E769}" destId="{45FC7659-A042-499E-BA80-521CFAE643B0}" srcOrd="0" destOrd="0" presId="urn:microsoft.com/office/officeart/2018/2/layout/IconVerticalSolidList"/>
    <dgm:cxn modelId="{8AF6D0FA-31D8-4566-BCD1-F8511AB8131E}" srcId="{654FB9B5-E2F9-4166-BD1D-BFD4A286DC9E}" destId="{2AB88195-85F4-4252-81B1-EA0D75611C59}" srcOrd="1" destOrd="0" parTransId="{B862F587-956B-4D7B-8C3C-B5FAFC1A05E2}" sibTransId="{C3B89785-2A43-4D7A-95B7-51F2C50C48C9}"/>
    <dgm:cxn modelId="{53BF5D2A-5151-4B6D-9279-0C3D7DA58E37}" type="presParOf" srcId="{5AE295CE-EDF6-47F6-9953-52CE9104A4CA}" destId="{B3A24EAC-E816-4CC6-AD6B-6590FF12AE84}" srcOrd="0" destOrd="0" presId="urn:microsoft.com/office/officeart/2018/2/layout/IconVerticalSolidList"/>
    <dgm:cxn modelId="{2BC4E98A-4F0E-4A32-A2FB-6791FBEC9CE6}" type="presParOf" srcId="{B3A24EAC-E816-4CC6-AD6B-6590FF12AE84}" destId="{7AFD6DF7-3910-41E7-AB7A-67D227D580E9}" srcOrd="0" destOrd="0" presId="urn:microsoft.com/office/officeart/2018/2/layout/IconVerticalSolidList"/>
    <dgm:cxn modelId="{12C39A4C-B973-4617-B134-9D13D9465FD3}" type="presParOf" srcId="{B3A24EAC-E816-4CC6-AD6B-6590FF12AE84}" destId="{E09A4B9D-A7FB-43F0-A1F7-8218D83C8BE3}" srcOrd="1" destOrd="0" presId="urn:microsoft.com/office/officeart/2018/2/layout/IconVerticalSolidList"/>
    <dgm:cxn modelId="{DC04E863-92B9-40CF-9E67-529210B0B786}" type="presParOf" srcId="{B3A24EAC-E816-4CC6-AD6B-6590FF12AE84}" destId="{4E165551-86C7-47E1-B54A-D47C7999B6BF}" srcOrd="2" destOrd="0" presId="urn:microsoft.com/office/officeart/2018/2/layout/IconVerticalSolidList"/>
    <dgm:cxn modelId="{01717FF8-D34B-424C-BDC7-B245266EC3FB}" type="presParOf" srcId="{B3A24EAC-E816-4CC6-AD6B-6590FF12AE84}" destId="{2CAA9868-C0CA-41C5-9889-1DAD33B99793}" srcOrd="3" destOrd="0" presId="urn:microsoft.com/office/officeart/2018/2/layout/IconVerticalSolidList"/>
    <dgm:cxn modelId="{9124950C-2BC8-4EAE-9027-4E3B929B66EC}" type="presParOf" srcId="{5AE295CE-EDF6-47F6-9953-52CE9104A4CA}" destId="{1B697EF2-9951-47FC-91A0-A838A3B0F7C5}" srcOrd="1" destOrd="0" presId="urn:microsoft.com/office/officeart/2018/2/layout/IconVerticalSolidList"/>
    <dgm:cxn modelId="{A8DC1991-D746-4585-A21E-8FAB4AB7213B}" type="presParOf" srcId="{5AE295CE-EDF6-47F6-9953-52CE9104A4CA}" destId="{644EDBC9-3CB2-488A-AA7C-BE4B86BB820A}" srcOrd="2" destOrd="0" presId="urn:microsoft.com/office/officeart/2018/2/layout/IconVerticalSolidList"/>
    <dgm:cxn modelId="{EC75FF40-89EF-4D3E-824C-21DD18149607}" type="presParOf" srcId="{644EDBC9-3CB2-488A-AA7C-BE4B86BB820A}" destId="{7F97F9F2-0C21-4029-BD42-BDE0D2E4ED32}" srcOrd="0" destOrd="0" presId="urn:microsoft.com/office/officeart/2018/2/layout/IconVerticalSolidList"/>
    <dgm:cxn modelId="{412710BE-C019-4110-8E8E-35D8964FEF0E}" type="presParOf" srcId="{644EDBC9-3CB2-488A-AA7C-BE4B86BB820A}" destId="{7F9B9BE6-93D9-4C06-94F4-AD9BFF010150}" srcOrd="1" destOrd="0" presId="urn:microsoft.com/office/officeart/2018/2/layout/IconVerticalSolidList"/>
    <dgm:cxn modelId="{C05A0A3F-699F-4D8A-8C96-B968CD26CEDB}" type="presParOf" srcId="{644EDBC9-3CB2-488A-AA7C-BE4B86BB820A}" destId="{6C3BD65C-5129-4D95-8E78-7DBDC2557F56}" srcOrd="2" destOrd="0" presId="urn:microsoft.com/office/officeart/2018/2/layout/IconVerticalSolidList"/>
    <dgm:cxn modelId="{5439F84A-CA66-484A-AB2C-C2C3AB154126}" type="presParOf" srcId="{644EDBC9-3CB2-488A-AA7C-BE4B86BB820A}" destId="{7568F4CD-A4C5-4BEC-B249-BA4F85284C9F}" srcOrd="3" destOrd="0" presId="urn:microsoft.com/office/officeart/2018/2/layout/IconVerticalSolidList"/>
    <dgm:cxn modelId="{2901C5B8-A31F-49F6-BAAF-EF957858D783}" type="presParOf" srcId="{5AE295CE-EDF6-47F6-9953-52CE9104A4CA}" destId="{944E4FDD-40C1-4203-B571-EA70F33F20FB}" srcOrd="3" destOrd="0" presId="urn:microsoft.com/office/officeart/2018/2/layout/IconVerticalSolidList"/>
    <dgm:cxn modelId="{3418DD5B-F917-41EA-91F7-1222EAA9AF4B}" type="presParOf" srcId="{5AE295CE-EDF6-47F6-9953-52CE9104A4CA}" destId="{85F4C5B3-2C77-4C41-9F2D-E8A0F1B885ED}" srcOrd="4" destOrd="0" presId="urn:microsoft.com/office/officeart/2018/2/layout/IconVerticalSolidList"/>
    <dgm:cxn modelId="{1A6FB49D-3B65-43AB-8680-49CA1A8212B7}" type="presParOf" srcId="{85F4C5B3-2C77-4C41-9F2D-E8A0F1B885ED}" destId="{BD4AC586-4457-4EC5-B5A5-341118503E2D}" srcOrd="0" destOrd="0" presId="urn:microsoft.com/office/officeart/2018/2/layout/IconVerticalSolidList"/>
    <dgm:cxn modelId="{B65EAC2C-ABB9-4CF7-A978-3E68E97FA638}" type="presParOf" srcId="{85F4C5B3-2C77-4C41-9F2D-E8A0F1B885ED}" destId="{76DD115B-6BEF-4AE9-AE20-6D88317EB3A0}" srcOrd="1" destOrd="0" presId="urn:microsoft.com/office/officeart/2018/2/layout/IconVerticalSolidList"/>
    <dgm:cxn modelId="{DD025C37-F701-4F39-9B77-E18142BE2111}" type="presParOf" srcId="{85F4C5B3-2C77-4C41-9F2D-E8A0F1B885ED}" destId="{E76960D6-3A6B-4106-8D56-4AE582DF5A35}" srcOrd="2" destOrd="0" presId="urn:microsoft.com/office/officeart/2018/2/layout/IconVerticalSolidList"/>
    <dgm:cxn modelId="{6D957BE5-F095-4E62-BDD7-7233E5C0D23C}" type="presParOf" srcId="{85F4C5B3-2C77-4C41-9F2D-E8A0F1B885ED}" destId="{5B94AB25-F128-4DCB-BC38-3E0307700601}" srcOrd="3" destOrd="0" presId="urn:microsoft.com/office/officeart/2018/2/layout/IconVerticalSolidList"/>
    <dgm:cxn modelId="{B0AFD3DB-C778-49E0-A40D-CDC271388857}" type="presParOf" srcId="{5AE295CE-EDF6-47F6-9953-52CE9104A4CA}" destId="{55BF7F4F-6F00-4300-9534-E5F8A942743E}" srcOrd="5" destOrd="0" presId="urn:microsoft.com/office/officeart/2018/2/layout/IconVerticalSolidList"/>
    <dgm:cxn modelId="{1A9A4F0D-4373-488F-90D0-BDCC3B4A9A2D}" type="presParOf" srcId="{5AE295CE-EDF6-47F6-9953-52CE9104A4CA}" destId="{5162A49C-A469-42B0-97A6-A9EA87B4B359}" srcOrd="6" destOrd="0" presId="urn:microsoft.com/office/officeart/2018/2/layout/IconVerticalSolidList"/>
    <dgm:cxn modelId="{AB0EF232-18AE-41C3-9B87-77F20B3AA8A3}" type="presParOf" srcId="{5162A49C-A469-42B0-97A6-A9EA87B4B359}" destId="{E5E48829-F948-4144-B2AB-C0D5C6717EAD}" srcOrd="0" destOrd="0" presId="urn:microsoft.com/office/officeart/2018/2/layout/IconVerticalSolidList"/>
    <dgm:cxn modelId="{C710190C-E362-41D0-8637-F1B475FA5A04}" type="presParOf" srcId="{5162A49C-A469-42B0-97A6-A9EA87B4B359}" destId="{F09C79BC-D88F-4451-BE5E-6ABC9D941DED}" srcOrd="1" destOrd="0" presId="urn:microsoft.com/office/officeart/2018/2/layout/IconVerticalSolidList"/>
    <dgm:cxn modelId="{D1A6D0FA-A5ED-4F8E-9E5E-2A642F8AEE19}" type="presParOf" srcId="{5162A49C-A469-42B0-97A6-A9EA87B4B359}" destId="{A8C84711-A34D-484E-BAB4-70C376491C83}" srcOrd="2" destOrd="0" presId="urn:microsoft.com/office/officeart/2018/2/layout/IconVerticalSolidList"/>
    <dgm:cxn modelId="{6FCF2C50-A338-4F02-A4AB-50F134F2325F}" type="presParOf" srcId="{5162A49C-A469-42B0-97A6-A9EA87B4B359}" destId="{45FC7659-A042-499E-BA80-521CFAE643B0}" srcOrd="3" destOrd="0" presId="urn:microsoft.com/office/officeart/2018/2/layout/IconVerticalSolidList"/>
    <dgm:cxn modelId="{9427B5C0-DFD4-4B47-8178-ADBF14813980}" type="presParOf" srcId="{5AE295CE-EDF6-47F6-9953-52CE9104A4CA}" destId="{258E3A70-D3CD-48DC-A736-B9DEB04DA7AC}" srcOrd="7" destOrd="0" presId="urn:microsoft.com/office/officeart/2018/2/layout/IconVerticalSolidList"/>
    <dgm:cxn modelId="{FB57EC8A-3919-4778-AF30-10D915F014F9}" type="presParOf" srcId="{5AE295CE-EDF6-47F6-9953-52CE9104A4CA}" destId="{B5DCB783-C432-432C-A62B-EDAC8A754E43}" srcOrd="8" destOrd="0" presId="urn:microsoft.com/office/officeart/2018/2/layout/IconVerticalSolidList"/>
    <dgm:cxn modelId="{0734637E-518C-4907-932F-A23356985A8B}" type="presParOf" srcId="{B5DCB783-C432-432C-A62B-EDAC8A754E43}" destId="{0B3D729E-3E39-4CBA-ABD2-202E6130B8D0}" srcOrd="0" destOrd="0" presId="urn:microsoft.com/office/officeart/2018/2/layout/IconVerticalSolidList"/>
    <dgm:cxn modelId="{7D036EDA-779D-458C-87CA-1A2744FCE05A}" type="presParOf" srcId="{B5DCB783-C432-432C-A62B-EDAC8A754E43}" destId="{F6E460AB-A23C-4A6E-BD6B-604BFBC6B8BE}" srcOrd="1" destOrd="0" presId="urn:microsoft.com/office/officeart/2018/2/layout/IconVerticalSolidList"/>
    <dgm:cxn modelId="{75E3224D-76B5-4BA3-96E4-62886B0CCE51}" type="presParOf" srcId="{B5DCB783-C432-432C-A62B-EDAC8A754E43}" destId="{137C459C-761A-448D-941D-185D02350E6F}" srcOrd="2" destOrd="0" presId="urn:microsoft.com/office/officeart/2018/2/layout/IconVerticalSolidList"/>
    <dgm:cxn modelId="{1803A1BE-5E89-4723-94A0-A1AFD83EF302}" type="presParOf" srcId="{B5DCB783-C432-432C-A62B-EDAC8A754E43}" destId="{1020EBE3-BF86-4045-AA41-3DC3D85D0A02}" srcOrd="3" destOrd="0" presId="urn:microsoft.com/office/officeart/2018/2/layout/IconVerticalSolidList"/>
    <dgm:cxn modelId="{60F7DE6B-4452-4D12-BA0D-1D2342F12157}" type="presParOf" srcId="{5AE295CE-EDF6-47F6-9953-52CE9104A4CA}" destId="{D944E46E-EB8D-41B6-8DD7-410604D16B2F}" srcOrd="9" destOrd="0" presId="urn:microsoft.com/office/officeart/2018/2/layout/IconVerticalSolidList"/>
    <dgm:cxn modelId="{8E892A51-1F0A-43CB-BA92-FDBB91ABB8A3}" type="presParOf" srcId="{5AE295CE-EDF6-47F6-9953-52CE9104A4CA}" destId="{441CDD21-78E5-4F32-B05F-0AE44337D2E5}" srcOrd="10" destOrd="0" presId="urn:microsoft.com/office/officeart/2018/2/layout/IconVerticalSolidList"/>
    <dgm:cxn modelId="{C88297AB-A9FB-470E-878C-BF114EAB60D8}" type="presParOf" srcId="{441CDD21-78E5-4F32-B05F-0AE44337D2E5}" destId="{F6D932E0-119B-443A-9CAA-B544086C6233}" srcOrd="0" destOrd="0" presId="urn:microsoft.com/office/officeart/2018/2/layout/IconVerticalSolidList"/>
    <dgm:cxn modelId="{E33F3FDD-28F0-482C-A51F-46A873E065CD}" type="presParOf" srcId="{441CDD21-78E5-4F32-B05F-0AE44337D2E5}" destId="{DEFDF41B-3FFF-4456-8B56-DC1880B88618}" srcOrd="1" destOrd="0" presId="urn:microsoft.com/office/officeart/2018/2/layout/IconVerticalSolidList"/>
    <dgm:cxn modelId="{8E79198B-A66E-443C-BE81-E107A21EAD6A}" type="presParOf" srcId="{441CDD21-78E5-4F32-B05F-0AE44337D2E5}" destId="{342E9A74-DD61-4FFC-875C-D38B8F383822}" srcOrd="2" destOrd="0" presId="urn:microsoft.com/office/officeart/2018/2/layout/IconVerticalSolidList"/>
    <dgm:cxn modelId="{E05E6D07-12E5-43B3-A2F6-49C8B8DB342C}" type="presParOf" srcId="{441CDD21-78E5-4F32-B05F-0AE44337D2E5}" destId="{5AD7E76E-D3C2-4063-A627-160A202BEA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D9FD7B0-AC1B-427C-A79E-9DA15F2E8FF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0CBE22E-24BF-49A8-AACA-0845F9E42C4B}">
      <dgm:prSet/>
      <dgm:spPr/>
      <dgm:t>
        <a:bodyPr/>
        <a:lstStyle/>
        <a:p>
          <a:r>
            <a:rPr lang="en-US"/>
            <a:t>Steady growth in SIP inflows.</a:t>
          </a:r>
        </a:p>
      </dgm:t>
    </dgm:pt>
    <dgm:pt modelId="{37CFA50F-34C0-4AFA-890F-529A861F9827}" type="parTrans" cxnId="{5B1D9D71-D0DE-4145-9943-3DFF6B0A5A5C}">
      <dgm:prSet/>
      <dgm:spPr/>
      <dgm:t>
        <a:bodyPr/>
        <a:lstStyle/>
        <a:p>
          <a:endParaRPr lang="en-US"/>
        </a:p>
      </dgm:t>
    </dgm:pt>
    <dgm:pt modelId="{0D9503A3-F605-491F-91EF-B652F0B26A51}" type="sibTrans" cxnId="{5B1D9D71-D0DE-4145-9943-3DFF6B0A5A5C}">
      <dgm:prSet/>
      <dgm:spPr/>
      <dgm:t>
        <a:bodyPr/>
        <a:lstStyle/>
        <a:p>
          <a:endParaRPr lang="en-US"/>
        </a:p>
      </dgm:t>
    </dgm:pt>
    <dgm:pt modelId="{1038DB7E-96C3-4D09-908D-10DBD7F04DC9}">
      <dgm:prSet/>
      <dgm:spPr/>
      <dgm:t>
        <a:bodyPr/>
        <a:lstStyle/>
        <a:p>
          <a:r>
            <a:rPr lang="en-US"/>
            <a:t>Risk-return analysis highlighted strong-performing schemes.</a:t>
          </a:r>
        </a:p>
      </dgm:t>
    </dgm:pt>
    <dgm:pt modelId="{4985B5EE-A475-402D-8894-B99895160BF9}" type="parTrans" cxnId="{963B7A1E-5597-4F56-9522-D623987EF2DF}">
      <dgm:prSet/>
      <dgm:spPr/>
      <dgm:t>
        <a:bodyPr/>
        <a:lstStyle/>
        <a:p>
          <a:endParaRPr lang="en-US"/>
        </a:p>
      </dgm:t>
    </dgm:pt>
    <dgm:pt modelId="{8A2A65A1-63FB-406E-A1B9-4B4E4A20AEDD}" type="sibTrans" cxnId="{963B7A1E-5597-4F56-9522-D623987EF2DF}">
      <dgm:prSet/>
      <dgm:spPr/>
      <dgm:t>
        <a:bodyPr/>
        <a:lstStyle/>
        <a:p>
          <a:endParaRPr lang="en-US"/>
        </a:p>
      </dgm:t>
    </dgm:pt>
    <dgm:pt modelId="{71D8CD63-FA9C-49BF-BE6C-ED2C55244425}">
      <dgm:prSet/>
      <dgm:spPr/>
      <dgm:t>
        <a:bodyPr/>
        <a:lstStyle/>
        <a:p>
          <a:r>
            <a:rPr lang="en-US"/>
            <a:t>Investor behaviour varied across categories and regions.</a:t>
          </a:r>
        </a:p>
      </dgm:t>
    </dgm:pt>
    <dgm:pt modelId="{8BB070C3-F24C-45E6-BE06-E6EBF0F0A2AB}" type="parTrans" cxnId="{8B490F8F-0084-415D-BC36-BD856DF6D43E}">
      <dgm:prSet/>
      <dgm:spPr/>
      <dgm:t>
        <a:bodyPr/>
        <a:lstStyle/>
        <a:p>
          <a:endParaRPr lang="en-US"/>
        </a:p>
      </dgm:t>
    </dgm:pt>
    <dgm:pt modelId="{618D3A3E-D7AD-434F-890F-F8BE3C69649F}" type="sibTrans" cxnId="{8B490F8F-0084-415D-BC36-BD856DF6D43E}">
      <dgm:prSet/>
      <dgm:spPr/>
      <dgm:t>
        <a:bodyPr/>
        <a:lstStyle/>
        <a:p>
          <a:endParaRPr lang="en-US"/>
        </a:p>
      </dgm:t>
    </dgm:pt>
    <dgm:pt modelId="{AF853212-E3C4-4CD5-B52F-7E05A209C864}">
      <dgm:prSet/>
      <dgm:spPr/>
      <dgm:t>
        <a:bodyPr/>
        <a:lstStyle/>
        <a:p>
          <a:r>
            <a:rPr lang="en-US"/>
            <a:t>Advanced analytics improved financial risk assessment.</a:t>
          </a:r>
        </a:p>
      </dgm:t>
    </dgm:pt>
    <dgm:pt modelId="{E7554B57-1908-4CDE-8B18-085912167AC2}" type="parTrans" cxnId="{4451BC81-D37E-4E1D-B5B8-3334FF784E73}">
      <dgm:prSet/>
      <dgm:spPr/>
      <dgm:t>
        <a:bodyPr/>
        <a:lstStyle/>
        <a:p>
          <a:endParaRPr lang="en-US"/>
        </a:p>
      </dgm:t>
    </dgm:pt>
    <dgm:pt modelId="{E0DB4D17-F372-4F47-9FEC-1908A450BE36}" type="sibTrans" cxnId="{4451BC81-D37E-4E1D-B5B8-3334FF784E73}">
      <dgm:prSet/>
      <dgm:spPr/>
      <dgm:t>
        <a:bodyPr/>
        <a:lstStyle/>
        <a:p>
          <a:endParaRPr lang="en-US"/>
        </a:p>
      </dgm:t>
    </dgm:pt>
    <dgm:pt modelId="{240D7CF6-DD89-408E-A95E-BDA0863461FF}">
      <dgm:prSet/>
      <dgm:spPr/>
      <dgm:t>
        <a:bodyPr/>
        <a:lstStyle/>
        <a:p>
          <a:r>
            <a:rPr lang="en-US"/>
            <a:t>Interactive dashboards simplified business reporting.</a:t>
          </a:r>
        </a:p>
      </dgm:t>
    </dgm:pt>
    <dgm:pt modelId="{D57EDC37-C587-46AB-AF88-9347E56BF478}" type="parTrans" cxnId="{27191796-093A-42D7-9751-8F8F269B323A}">
      <dgm:prSet/>
      <dgm:spPr/>
      <dgm:t>
        <a:bodyPr/>
        <a:lstStyle/>
        <a:p>
          <a:endParaRPr lang="en-US"/>
        </a:p>
      </dgm:t>
    </dgm:pt>
    <dgm:pt modelId="{AA921D22-EDBD-4920-BFD0-D72D6D1D4C06}" type="sibTrans" cxnId="{27191796-093A-42D7-9751-8F8F269B323A}">
      <dgm:prSet/>
      <dgm:spPr/>
      <dgm:t>
        <a:bodyPr/>
        <a:lstStyle/>
        <a:p>
          <a:endParaRPr lang="en-US"/>
        </a:p>
      </dgm:t>
    </dgm:pt>
    <dgm:pt modelId="{A903DC5B-9462-4432-AD4D-AE0839E30BB2}" type="pres">
      <dgm:prSet presAssocID="{2D9FD7B0-AC1B-427C-A79E-9DA15F2E8FF7}" presName="diagram" presStyleCnt="0">
        <dgm:presLayoutVars>
          <dgm:dir/>
          <dgm:resizeHandles val="exact"/>
        </dgm:presLayoutVars>
      </dgm:prSet>
      <dgm:spPr/>
    </dgm:pt>
    <dgm:pt modelId="{3075599D-DEC4-48E3-B1B1-E5EE2899C1FC}" type="pres">
      <dgm:prSet presAssocID="{A0CBE22E-24BF-49A8-AACA-0845F9E42C4B}" presName="node" presStyleLbl="node1" presStyleIdx="0" presStyleCnt="5">
        <dgm:presLayoutVars>
          <dgm:bulletEnabled val="1"/>
        </dgm:presLayoutVars>
      </dgm:prSet>
      <dgm:spPr/>
    </dgm:pt>
    <dgm:pt modelId="{05A1F384-AB2E-4CD0-A7C6-2E09DC9BB579}" type="pres">
      <dgm:prSet presAssocID="{0D9503A3-F605-491F-91EF-B652F0B26A51}" presName="sibTrans" presStyleCnt="0"/>
      <dgm:spPr/>
    </dgm:pt>
    <dgm:pt modelId="{6C38533E-F53B-4191-9F13-FCCE81F5DE40}" type="pres">
      <dgm:prSet presAssocID="{1038DB7E-96C3-4D09-908D-10DBD7F04DC9}" presName="node" presStyleLbl="node1" presStyleIdx="1" presStyleCnt="5">
        <dgm:presLayoutVars>
          <dgm:bulletEnabled val="1"/>
        </dgm:presLayoutVars>
      </dgm:prSet>
      <dgm:spPr/>
    </dgm:pt>
    <dgm:pt modelId="{C4EFA0AE-ABBF-4261-B8E9-20D1980FEE43}" type="pres">
      <dgm:prSet presAssocID="{8A2A65A1-63FB-406E-A1B9-4B4E4A20AEDD}" presName="sibTrans" presStyleCnt="0"/>
      <dgm:spPr/>
    </dgm:pt>
    <dgm:pt modelId="{71237845-6ADC-4899-9167-BB07A98842A9}" type="pres">
      <dgm:prSet presAssocID="{71D8CD63-FA9C-49BF-BE6C-ED2C55244425}" presName="node" presStyleLbl="node1" presStyleIdx="2" presStyleCnt="5">
        <dgm:presLayoutVars>
          <dgm:bulletEnabled val="1"/>
        </dgm:presLayoutVars>
      </dgm:prSet>
      <dgm:spPr/>
    </dgm:pt>
    <dgm:pt modelId="{2BD68ECF-E3E5-4AE1-A068-20C746E5E3A9}" type="pres">
      <dgm:prSet presAssocID="{618D3A3E-D7AD-434F-890F-F8BE3C69649F}" presName="sibTrans" presStyleCnt="0"/>
      <dgm:spPr/>
    </dgm:pt>
    <dgm:pt modelId="{21865FDD-7DEB-47FB-8489-3D379494E465}" type="pres">
      <dgm:prSet presAssocID="{AF853212-E3C4-4CD5-B52F-7E05A209C864}" presName="node" presStyleLbl="node1" presStyleIdx="3" presStyleCnt="5">
        <dgm:presLayoutVars>
          <dgm:bulletEnabled val="1"/>
        </dgm:presLayoutVars>
      </dgm:prSet>
      <dgm:spPr/>
    </dgm:pt>
    <dgm:pt modelId="{B91E9940-6F64-4E00-BB40-A3B2ED6BADF3}" type="pres">
      <dgm:prSet presAssocID="{E0DB4D17-F372-4F47-9FEC-1908A450BE36}" presName="sibTrans" presStyleCnt="0"/>
      <dgm:spPr/>
    </dgm:pt>
    <dgm:pt modelId="{62DB9832-C09F-43B4-A46F-AB939C642D08}" type="pres">
      <dgm:prSet presAssocID="{240D7CF6-DD89-408E-A95E-BDA0863461FF}" presName="node" presStyleLbl="node1" presStyleIdx="4" presStyleCnt="5">
        <dgm:presLayoutVars>
          <dgm:bulletEnabled val="1"/>
        </dgm:presLayoutVars>
      </dgm:prSet>
      <dgm:spPr/>
    </dgm:pt>
  </dgm:ptLst>
  <dgm:cxnLst>
    <dgm:cxn modelId="{963B7A1E-5597-4F56-9522-D623987EF2DF}" srcId="{2D9FD7B0-AC1B-427C-A79E-9DA15F2E8FF7}" destId="{1038DB7E-96C3-4D09-908D-10DBD7F04DC9}" srcOrd="1" destOrd="0" parTransId="{4985B5EE-A475-402D-8894-B99895160BF9}" sibTransId="{8A2A65A1-63FB-406E-A1B9-4B4E4A20AEDD}"/>
    <dgm:cxn modelId="{791D463A-682D-41B2-9EC2-F7E3C816242C}" type="presOf" srcId="{A0CBE22E-24BF-49A8-AACA-0845F9E42C4B}" destId="{3075599D-DEC4-48E3-B1B1-E5EE2899C1FC}" srcOrd="0" destOrd="0" presId="urn:microsoft.com/office/officeart/2005/8/layout/default"/>
    <dgm:cxn modelId="{23BF4C3B-CF44-443B-AC1E-5149FA9018E4}" type="presOf" srcId="{71D8CD63-FA9C-49BF-BE6C-ED2C55244425}" destId="{71237845-6ADC-4899-9167-BB07A98842A9}" srcOrd="0" destOrd="0" presId="urn:microsoft.com/office/officeart/2005/8/layout/default"/>
    <dgm:cxn modelId="{F92EE34B-D967-4425-B210-1044979B4F2F}" type="presOf" srcId="{AF853212-E3C4-4CD5-B52F-7E05A209C864}" destId="{21865FDD-7DEB-47FB-8489-3D379494E465}" srcOrd="0" destOrd="0" presId="urn:microsoft.com/office/officeart/2005/8/layout/default"/>
    <dgm:cxn modelId="{3EB1504E-0E7A-462E-86BA-E164ACF0BC25}" type="presOf" srcId="{1038DB7E-96C3-4D09-908D-10DBD7F04DC9}" destId="{6C38533E-F53B-4191-9F13-FCCE81F5DE40}" srcOrd="0" destOrd="0" presId="urn:microsoft.com/office/officeart/2005/8/layout/default"/>
    <dgm:cxn modelId="{5B1D9D71-D0DE-4145-9943-3DFF6B0A5A5C}" srcId="{2D9FD7B0-AC1B-427C-A79E-9DA15F2E8FF7}" destId="{A0CBE22E-24BF-49A8-AACA-0845F9E42C4B}" srcOrd="0" destOrd="0" parTransId="{37CFA50F-34C0-4AFA-890F-529A861F9827}" sibTransId="{0D9503A3-F605-491F-91EF-B652F0B26A51}"/>
    <dgm:cxn modelId="{00AD7C52-E2A9-4401-B96F-DBA5470C64A2}" type="presOf" srcId="{2D9FD7B0-AC1B-427C-A79E-9DA15F2E8FF7}" destId="{A903DC5B-9462-4432-AD4D-AE0839E30BB2}" srcOrd="0" destOrd="0" presId="urn:microsoft.com/office/officeart/2005/8/layout/default"/>
    <dgm:cxn modelId="{3E49CA76-4E40-48EA-A3F9-00CFFCB764A3}" type="presOf" srcId="{240D7CF6-DD89-408E-A95E-BDA0863461FF}" destId="{62DB9832-C09F-43B4-A46F-AB939C642D08}" srcOrd="0" destOrd="0" presId="urn:microsoft.com/office/officeart/2005/8/layout/default"/>
    <dgm:cxn modelId="{4451BC81-D37E-4E1D-B5B8-3334FF784E73}" srcId="{2D9FD7B0-AC1B-427C-A79E-9DA15F2E8FF7}" destId="{AF853212-E3C4-4CD5-B52F-7E05A209C864}" srcOrd="3" destOrd="0" parTransId="{E7554B57-1908-4CDE-8B18-085912167AC2}" sibTransId="{E0DB4D17-F372-4F47-9FEC-1908A450BE36}"/>
    <dgm:cxn modelId="{8B490F8F-0084-415D-BC36-BD856DF6D43E}" srcId="{2D9FD7B0-AC1B-427C-A79E-9DA15F2E8FF7}" destId="{71D8CD63-FA9C-49BF-BE6C-ED2C55244425}" srcOrd="2" destOrd="0" parTransId="{8BB070C3-F24C-45E6-BE06-E6EBF0F0A2AB}" sibTransId="{618D3A3E-D7AD-434F-890F-F8BE3C69649F}"/>
    <dgm:cxn modelId="{27191796-093A-42D7-9751-8F8F269B323A}" srcId="{2D9FD7B0-AC1B-427C-A79E-9DA15F2E8FF7}" destId="{240D7CF6-DD89-408E-A95E-BDA0863461FF}" srcOrd="4" destOrd="0" parTransId="{D57EDC37-C587-46AB-AF88-9347E56BF478}" sibTransId="{AA921D22-EDBD-4920-BFD0-D72D6D1D4C06}"/>
    <dgm:cxn modelId="{05ECFC42-9AE3-43E0-9F78-77FB76F7D66B}" type="presParOf" srcId="{A903DC5B-9462-4432-AD4D-AE0839E30BB2}" destId="{3075599D-DEC4-48E3-B1B1-E5EE2899C1FC}" srcOrd="0" destOrd="0" presId="urn:microsoft.com/office/officeart/2005/8/layout/default"/>
    <dgm:cxn modelId="{81FBE045-8327-4D52-A192-DC99DC37D331}" type="presParOf" srcId="{A903DC5B-9462-4432-AD4D-AE0839E30BB2}" destId="{05A1F384-AB2E-4CD0-A7C6-2E09DC9BB579}" srcOrd="1" destOrd="0" presId="urn:microsoft.com/office/officeart/2005/8/layout/default"/>
    <dgm:cxn modelId="{AE2EAF4B-2889-4F46-8266-308A9DAF1B7B}" type="presParOf" srcId="{A903DC5B-9462-4432-AD4D-AE0839E30BB2}" destId="{6C38533E-F53B-4191-9F13-FCCE81F5DE40}" srcOrd="2" destOrd="0" presId="urn:microsoft.com/office/officeart/2005/8/layout/default"/>
    <dgm:cxn modelId="{2CCB8D27-912D-4C7A-AB06-772623CA061D}" type="presParOf" srcId="{A903DC5B-9462-4432-AD4D-AE0839E30BB2}" destId="{C4EFA0AE-ABBF-4261-B8E9-20D1980FEE43}" srcOrd="3" destOrd="0" presId="urn:microsoft.com/office/officeart/2005/8/layout/default"/>
    <dgm:cxn modelId="{E8DF65F8-95C7-4AC2-B78E-D59C6B41FB50}" type="presParOf" srcId="{A903DC5B-9462-4432-AD4D-AE0839E30BB2}" destId="{71237845-6ADC-4899-9167-BB07A98842A9}" srcOrd="4" destOrd="0" presId="urn:microsoft.com/office/officeart/2005/8/layout/default"/>
    <dgm:cxn modelId="{AC2A4A64-1264-4EB0-9283-DB9B7A3239A9}" type="presParOf" srcId="{A903DC5B-9462-4432-AD4D-AE0839E30BB2}" destId="{2BD68ECF-E3E5-4AE1-A068-20C746E5E3A9}" srcOrd="5" destOrd="0" presId="urn:microsoft.com/office/officeart/2005/8/layout/default"/>
    <dgm:cxn modelId="{311167E1-AD8E-47B5-B105-BAD2049AB789}" type="presParOf" srcId="{A903DC5B-9462-4432-AD4D-AE0839E30BB2}" destId="{21865FDD-7DEB-47FB-8489-3D379494E465}" srcOrd="6" destOrd="0" presId="urn:microsoft.com/office/officeart/2005/8/layout/default"/>
    <dgm:cxn modelId="{15A46D56-2075-4D91-B8AC-A1D1260F1D49}" type="presParOf" srcId="{A903DC5B-9462-4432-AD4D-AE0839E30BB2}" destId="{B91E9940-6F64-4E00-BB40-A3B2ED6BADF3}" srcOrd="7" destOrd="0" presId="urn:microsoft.com/office/officeart/2005/8/layout/default"/>
    <dgm:cxn modelId="{338ED7DA-2416-465B-982A-E21A8FB62C49}" type="presParOf" srcId="{A903DC5B-9462-4432-AD4D-AE0839E30BB2}" destId="{62DB9832-C09F-43B4-A46F-AB939C642D0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C0518DA-3460-4171-AD2B-499DDFCF82D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8F69D31-407C-4D50-81A7-39AEA726511C}">
      <dgm:prSet/>
      <dgm:spPr/>
      <dgm:t>
        <a:bodyPr/>
        <a:lstStyle/>
        <a:p>
          <a:r>
            <a:rPr lang="en-US"/>
            <a:t>Challenges:</a:t>
          </a:r>
        </a:p>
      </dgm:t>
    </dgm:pt>
    <dgm:pt modelId="{BBF5AF8F-55AA-4613-8DAD-5E2367E98E93}" type="parTrans" cxnId="{286EAAEF-4CFE-4E04-ACE0-57DD3FFD3671}">
      <dgm:prSet/>
      <dgm:spPr/>
      <dgm:t>
        <a:bodyPr/>
        <a:lstStyle/>
        <a:p>
          <a:endParaRPr lang="en-US"/>
        </a:p>
      </dgm:t>
    </dgm:pt>
    <dgm:pt modelId="{911E51E4-E430-4C0A-8A04-63EB9CB1035B}" type="sibTrans" cxnId="{286EAAEF-4CFE-4E04-ACE0-57DD3FFD3671}">
      <dgm:prSet/>
      <dgm:spPr/>
      <dgm:t>
        <a:bodyPr/>
        <a:lstStyle/>
        <a:p>
          <a:endParaRPr lang="en-US"/>
        </a:p>
      </dgm:t>
    </dgm:pt>
    <dgm:pt modelId="{0914187C-D8D0-4836-9277-1E63D2C6655A}">
      <dgm:prSet/>
      <dgm:spPr/>
      <dgm:t>
        <a:bodyPr/>
        <a:lstStyle/>
        <a:p>
          <a:r>
            <a:rPr lang="en-US"/>
            <a:t>• Missing values and preprocessing</a:t>
          </a:r>
        </a:p>
      </dgm:t>
    </dgm:pt>
    <dgm:pt modelId="{F45D9718-3A33-45DA-B3C4-A3533AA31318}" type="parTrans" cxnId="{A8B60886-6EE1-419D-A260-BA62BD146FCC}">
      <dgm:prSet/>
      <dgm:spPr/>
      <dgm:t>
        <a:bodyPr/>
        <a:lstStyle/>
        <a:p>
          <a:endParaRPr lang="en-US"/>
        </a:p>
      </dgm:t>
    </dgm:pt>
    <dgm:pt modelId="{0BA4C4C0-B652-4283-92A8-0D454DA313C0}" type="sibTrans" cxnId="{A8B60886-6EE1-419D-A260-BA62BD146FCC}">
      <dgm:prSet/>
      <dgm:spPr/>
      <dgm:t>
        <a:bodyPr/>
        <a:lstStyle/>
        <a:p>
          <a:endParaRPr lang="en-US"/>
        </a:p>
      </dgm:t>
    </dgm:pt>
    <dgm:pt modelId="{746D2942-0B69-4521-B934-BA02AA79A156}">
      <dgm:prSet/>
      <dgm:spPr/>
      <dgm:t>
        <a:bodyPr/>
        <a:lstStyle/>
        <a:p>
          <a:r>
            <a:rPr lang="en-US"/>
            <a:t>• Data integration and dashboard design</a:t>
          </a:r>
        </a:p>
      </dgm:t>
    </dgm:pt>
    <dgm:pt modelId="{E34F245E-3D6A-484D-8E1A-D8BE901FCF64}" type="parTrans" cxnId="{666F52E9-18AF-46D0-B90D-364686A99AA7}">
      <dgm:prSet/>
      <dgm:spPr/>
      <dgm:t>
        <a:bodyPr/>
        <a:lstStyle/>
        <a:p>
          <a:endParaRPr lang="en-US"/>
        </a:p>
      </dgm:t>
    </dgm:pt>
    <dgm:pt modelId="{543C2A32-1439-44E3-8ED3-93F6511EF6E7}" type="sibTrans" cxnId="{666F52E9-18AF-46D0-B90D-364686A99AA7}">
      <dgm:prSet/>
      <dgm:spPr/>
      <dgm:t>
        <a:bodyPr/>
        <a:lstStyle/>
        <a:p>
          <a:endParaRPr lang="en-US"/>
        </a:p>
      </dgm:t>
    </dgm:pt>
    <dgm:pt modelId="{F8D71027-2367-4F4C-A1F9-C1D539743F7B}">
      <dgm:prSet/>
      <dgm:spPr/>
      <dgm:t>
        <a:bodyPr/>
        <a:lstStyle/>
        <a:p>
          <a:r>
            <a:rPr lang="en-US"/>
            <a:t>Future Scope:</a:t>
          </a:r>
        </a:p>
      </dgm:t>
    </dgm:pt>
    <dgm:pt modelId="{A3735898-27B6-4D94-BAD1-5320AB3E1BCF}" type="parTrans" cxnId="{6C9F6CD5-662C-46FC-9989-05621885B8C1}">
      <dgm:prSet/>
      <dgm:spPr/>
      <dgm:t>
        <a:bodyPr/>
        <a:lstStyle/>
        <a:p>
          <a:endParaRPr lang="en-US"/>
        </a:p>
      </dgm:t>
    </dgm:pt>
    <dgm:pt modelId="{C5E1716C-9B5B-43FF-A5D8-FB162D6E818C}" type="sibTrans" cxnId="{6C9F6CD5-662C-46FC-9989-05621885B8C1}">
      <dgm:prSet/>
      <dgm:spPr/>
      <dgm:t>
        <a:bodyPr/>
        <a:lstStyle/>
        <a:p>
          <a:endParaRPr lang="en-US"/>
        </a:p>
      </dgm:t>
    </dgm:pt>
    <dgm:pt modelId="{5AC9D204-9723-4C6C-A862-8B5ECF25617C}">
      <dgm:prSet/>
      <dgm:spPr/>
      <dgm:t>
        <a:bodyPr/>
        <a:lstStyle/>
        <a:p>
          <a:r>
            <a:rPr lang="en-US"/>
            <a:t>• Live NAV APIs</a:t>
          </a:r>
        </a:p>
      </dgm:t>
    </dgm:pt>
    <dgm:pt modelId="{14EE6CC0-ED7B-4961-A69E-DF4D64B7D7C2}" type="parTrans" cxnId="{BDFBF33A-C8C2-4269-B04F-DA6E16CF51D7}">
      <dgm:prSet/>
      <dgm:spPr/>
      <dgm:t>
        <a:bodyPr/>
        <a:lstStyle/>
        <a:p>
          <a:endParaRPr lang="en-US"/>
        </a:p>
      </dgm:t>
    </dgm:pt>
    <dgm:pt modelId="{35E536D9-B8CD-4727-8608-B59902238EB8}" type="sibTrans" cxnId="{BDFBF33A-C8C2-4269-B04F-DA6E16CF51D7}">
      <dgm:prSet/>
      <dgm:spPr/>
      <dgm:t>
        <a:bodyPr/>
        <a:lstStyle/>
        <a:p>
          <a:endParaRPr lang="en-US"/>
        </a:p>
      </dgm:t>
    </dgm:pt>
    <dgm:pt modelId="{7C179E50-85ED-4987-ABB7-F2CFAD660ED6}">
      <dgm:prSet/>
      <dgm:spPr/>
      <dgm:t>
        <a:bodyPr/>
        <a:lstStyle/>
        <a:p>
          <a:r>
            <a:rPr lang="en-US"/>
            <a:t>• Machine learning recommendations</a:t>
          </a:r>
        </a:p>
      </dgm:t>
    </dgm:pt>
    <dgm:pt modelId="{CC71573D-E758-430C-99B4-0DCDB1571F8F}" type="parTrans" cxnId="{9AABB43C-891E-4993-BBC1-BF0C61ADDAEE}">
      <dgm:prSet/>
      <dgm:spPr/>
      <dgm:t>
        <a:bodyPr/>
        <a:lstStyle/>
        <a:p>
          <a:endParaRPr lang="en-US"/>
        </a:p>
      </dgm:t>
    </dgm:pt>
    <dgm:pt modelId="{ABEE2A53-388C-4BA3-BFC6-46D444E7DA5B}" type="sibTrans" cxnId="{9AABB43C-891E-4993-BBC1-BF0C61ADDAEE}">
      <dgm:prSet/>
      <dgm:spPr/>
      <dgm:t>
        <a:bodyPr/>
        <a:lstStyle/>
        <a:p>
          <a:endParaRPr lang="en-US"/>
        </a:p>
      </dgm:t>
    </dgm:pt>
    <dgm:pt modelId="{F0FAEE39-B963-4395-B749-0850F3825FB8}">
      <dgm:prSet/>
      <dgm:spPr/>
      <dgm:t>
        <a:bodyPr/>
        <a:lstStyle/>
        <a:p>
          <a:r>
            <a:rPr lang="en-US"/>
            <a:t>• Real-time dashboard refresh</a:t>
          </a:r>
        </a:p>
      </dgm:t>
    </dgm:pt>
    <dgm:pt modelId="{93CA396F-9D07-4238-A9CA-401C14D82F7A}" type="parTrans" cxnId="{4336EB7D-7601-47A4-9A00-A44DA1715333}">
      <dgm:prSet/>
      <dgm:spPr/>
      <dgm:t>
        <a:bodyPr/>
        <a:lstStyle/>
        <a:p>
          <a:endParaRPr lang="en-US"/>
        </a:p>
      </dgm:t>
    </dgm:pt>
    <dgm:pt modelId="{9FD9DB8A-E66A-48C5-A0DC-4E45945ABB71}" type="sibTrans" cxnId="{4336EB7D-7601-47A4-9A00-A44DA1715333}">
      <dgm:prSet/>
      <dgm:spPr/>
      <dgm:t>
        <a:bodyPr/>
        <a:lstStyle/>
        <a:p>
          <a:endParaRPr lang="en-US"/>
        </a:p>
      </dgm:t>
    </dgm:pt>
    <dgm:pt modelId="{2C0A2D89-9945-4E90-80BE-9D42F43FA70E}" type="pres">
      <dgm:prSet presAssocID="{6C0518DA-3460-4171-AD2B-499DDFCF82D4}" presName="linear" presStyleCnt="0">
        <dgm:presLayoutVars>
          <dgm:animLvl val="lvl"/>
          <dgm:resizeHandles val="exact"/>
        </dgm:presLayoutVars>
      </dgm:prSet>
      <dgm:spPr/>
    </dgm:pt>
    <dgm:pt modelId="{D4220A6E-8990-4F1C-804A-EB0EDEBEF4FE}" type="pres">
      <dgm:prSet presAssocID="{18F69D31-407C-4D50-81A7-39AEA726511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08993B-9336-49E6-993B-2D4A5EF305BA}" type="pres">
      <dgm:prSet presAssocID="{18F69D31-407C-4D50-81A7-39AEA726511C}" presName="childText" presStyleLbl="revTx" presStyleIdx="0" presStyleCnt="2">
        <dgm:presLayoutVars>
          <dgm:bulletEnabled val="1"/>
        </dgm:presLayoutVars>
      </dgm:prSet>
      <dgm:spPr/>
    </dgm:pt>
    <dgm:pt modelId="{27664C0D-A91B-48F7-B16A-38D76DC8DA2E}" type="pres">
      <dgm:prSet presAssocID="{F8D71027-2367-4F4C-A1F9-C1D539743F7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1AA1388-F8E6-445F-B4E2-4A56724129BA}" type="pres">
      <dgm:prSet presAssocID="{F8D71027-2367-4F4C-A1F9-C1D539743F7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DFBF33A-C8C2-4269-B04F-DA6E16CF51D7}" srcId="{F8D71027-2367-4F4C-A1F9-C1D539743F7B}" destId="{5AC9D204-9723-4C6C-A862-8B5ECF25617C}" srcOrd="0" destOrd="0" parTransId="{14EE6CC0-ED7B-4961-A69E-DF4D64B7D7C2}" sibTransId="{35E536D9-B8CD-4727-8608-B59902238EB8}"/>
    <dgm:cxn modelId="{9AABB43C-891E-4993-BBC1-BF0C61ADDAEE}" srcId="{F8D71027-2367-4F4C-A1F9-C1D539743F7B}" destId="{7C179E50-85ED-4987-ABB7-F2CFAD660ED6}" srcOrd="1" destOrd="0" parTransId="{CC71573D-E758-430C-99B4-0DCDB1571F8F}" sibTransId="{ABEE2A53-388C-4BA3-BFC6-46D444E7DA5B}"/>
    <dgm:cxn modelId="{13DBC151-F1E6-4947-B3A3-7FF52B1F25A3}" type="presOf" srcId="{6C0518DA-3460-4171-AD2B-499DDFCF82D4}" destId="{2C0A2D89-9945-4E90-80BE-9D42F43FA70E}" srcOrd="0" destOrd="0" presId="urn:microsoft.com/office/officeart/2005/8/layout/vList2"/>
    <dgm:cxn modelId="{03E0B074-ED6F-425A-AE79-1DD106E250EC}" type="presOf" srcId="{F8D71027-2367-4F4C-A1F9-C1D539743F7B}" destId="{27664C0D-A91B-48F7-B16A-38D76DC8DA2E}" srcOrd="0" destOrd="0" presId="urn:microsoft.com/office/officeart/2005/8/layout/vList2"/>
    <dgm:cxn modelId="{4336EB7D-7601-47A4-9A00-A44DA1715333}" srcId="{F8D71027-2367-4F4C-A1F9-C1D539743F7B}" destId="{F0FAEE39-B963-4395-B749-0850F3825FB8}" srcOrd="2" destOrd="0" parTransId="{93CA396F-9D07-4238-A9CA-401C14D82F7A}" sibTransId="{9FD9DB8A-E66A-48C5-A0DC-4E45945ABB71}"/>
    <dgm:cxn modelId="{A8B60886-6EE1-419D-A260-BA62BD146FCC}" srcId="{18F69D31-407C-4D50-81A7-39AEA726511C}" destId="{0914187C-D8D0-4836-9277-1E63D2C6655A}" srcOrd="0" destOrd="0" parTransId="{F45D9718-3A33-45DA-B3C4-A3533AA31318}" sibTransId="{0BA4C4C0-B652-4283-92A8-0D454DA313C0}"/>
    <dgm:cxn modelId="{0575E189-B4D6-4F42-B2C7-9E174560FD08}" type="presOf" srcId="{F0FAEE39-B963-4395-B749-0850F3825FB8}" destId="{E1AA1388-F8E6-445F-B4E2-4A56724129BA}" srcOrd="0" destOrd="2" presId="urn:microsoft.com/office/officeart/2005/8/layout/vList2"/>
    <dgm:cxn modelId="{95579FAC-E9B0-40BE-92AB-837AAB76AC5C}" type="presOf" srcId="{18F69D31-407C-4D50-81A7-39AEA726511C}" destId="{D4220A6E-8990-4F1C-804A-EB0EDEBEF4FE}" srcOrd="0" destOrd="0" presId="urn:microsoft.com/office/officeart/2005/8/layout/vList2"/>
    <dgm:cxn modelId="{9DC582C0-96A0-47B2-BBB5-FB5D21129E44}" type="presOf" srcId="{746D2942-0B69-4521-B934-BA02AA79A156}" destId="{9F08993B-9336-49E6-993B-2D4A5EF305BA}" srcOrd="0" destOrd="1" presId="urn:microsoft.com/office/officeart/2005/8/layout/vList2"/>
    <dgm:cxn modelId="{80C1FEC3-9CCE-4619-937F-73757990D657}" type="presOf" srcId="{0914187C-D8D0-4836-9277-1E63D2C6655A}" destId="{9F08993B-9336-49E6-993B-2D4A5EF305BA}" srcOrd="0" destOrd="0" presId="urn:microsoft.com/office/officeart/2005/8/layout/vList2"/>
    <dgm:cxn modelId="{6C9F6CD5-662C-46FC-9989-05621885B8C1}" srcId="{6C0518DA-3460-4171-AD2B-499DDFCF82D4}" destId="{F8D71027-2367-4F4C-A1F9-C1D539743F7B}" srcOrd="1" destOrd="0" parTransId="{A3735898-27B6-4D94-BAD1-5320AB3E1BCF}" sibTransId="{C5E1716C-9B5B-43FF-A5D8-FB162D6E818C}"/>
    <dgm:cxn modelId="{666F52E9-18AF-46D0-B90D-364686A99AA7}" srcId="{18F69D31-407C-4D50-81A7-39AEA726511C}" destId="{746D2942-0B69-4521-B934-BA02AA79A156}" srcOrd="1" destOrd="0" parTransId="{E34F245E-3D6A-484D-8E1A-D8BE901FCF64}" sibTransId="{543C2A32-1439-44E3-8ED3-93F6511EF6E7}"/>
    <dgm:cxn modelId="{286EAAEF-4CFE-4E04-ACE0-57DD3FFD3671}" srcId="{6C0518DA-3460-4171-AD2B-499DDFCF82D4}" destId="{18F69D31-407C-4D50-81A7-39AEA726511C}" srcOrd="0" destOrd="0" parTransId="{BBF5AF8F-55AA-4613-8DAD-5E2367E98E93}" sibTransId="{911E51E4-E430-4C0A-8A04-63EB9CB1035B}"/>
    <dgm:cxn modelId="{E6B1F3F1-FEFA-4166-A634-821476D2B46E}" type="presOf" srcId="{7C179E50-85ED-4987-ABB7-F2CFAD660ED6}" destId="{E1AA1388-F8E6-445F-B4E2-4A56724129BA}" srcOrd="0" destOrd="1" presId="urn:microsoft.com/office/officeart/2005/8/layout/vList2"/>
    <dgm:cxn modelId="{22C02BFE-D795-4F25-98DE-79FE99815852}" type="presOf" srcId="{5AC9D204-9723-4C6C-A862-8B5ECF25617C}" destId="{E1AA1388-F8E6-445F-B4E2-4A56724129BA}" srcOrd="0" destOrd="0" presId="urn:microsoft.com/office/officeart/2005/8/layout/vList2"/>
    <dgm:cxn modelId="{97E27DB5-92D9-4FAA-ABB8-C6EBFF0A3D60}" type="presParOf" srcId="{2C0A2D89-9945-4E90-80BE-9D42F43FA70E}" destId="{D4220A6E-8990-4F1C-804A-EB0EDEBEF4FE}" srcOrd="0" destOrd="0" presId="urn:microsoft.com/office/officeart/2005/8/layout/vList2"/>
    <dgm:cxn modelId="{73AD8C54-8DCB-4306-8B8F-F9ADCD81138C}" type="presParOf" srcId="{2C0A2D89-9945-4E90-80BE-9D42F43FA70E}" destId="{9F08993B-9336-49E6-993B-2D4A5EF305BA}" srcOrd="1" destOrd="0" presId="urn:microsoft.com/office/officeart/2005/8/layout/vList2"/>
    <dgm:cxn modelId="{61642E81-F304-40E1-A963-D6EC1C49DA6F}" type="presParOf" srcId="{2C0A2D89-9945-4E90-80BE-9D42F43FA70E}" destId="{27664C0D-A91B-48F7-B16A-38D76DC8DA2E}" srcOrd="2" destOrd="0" presId="urn:microsoft.com/office/officeart/2005/8/layout/vList2"/>
    <dgm:cxn modelId="{BDC770B8-BF89-4C7E-A28A-BCB6FF68F732}" type="presParOf" srcId="{2C0A2D89-9945-4E90-80BE-9D42F43FA70E}" destId="{E1AA1388-F8E6-445F-B4E2-4A56724129B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8A73465-9ED6-4FEF-AE5F-CE0D8857D90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2366C92-3F43-4B89-AA64-7A0AC7FDD03B}">
      <dgm:prSet/>
      <dgm:spPr/>
      <dgm:t>
        <a:bodyPr/>
        <a:lstStyle/>
        <a:p>
          <a:r>
            <a:rPr lang="en-US"/>
            <a:t>The project demonstrates a complete analytics workflow from raw data to business intelligence.</a:t>
          </a:r>
        </a:p>
      </dgm:t>
    </dgm:pt>
    <dgm:pt modelId="{50F27388-5ECD-400E-90A9-7A20248FB9EC}" type="parTrans" cxnId="{8F40C1E1-367E-4BB2-897D-850D926A1A91}">
      <dgm:prSet/>
      <dgm:spPr/>
      <dgm:t>
        <a:bodyPr/>
        <a:lstStyle/>
        <a:p>
          <a:endParaRPr lang="en-US"/>
        </a:p>
      </dgm:t>
    </dgm:pt>
    <dgm:pt modelId="{378BD3C7-4D4C-4A4D-8897-70B7CA418D3C}" type="sibTrans" cxnId="{8F40C1E1-367E-4BB2-897D-850D926A1A91}">
      <dgm:prSet/>
      <dgm:spPr/>
      <dgm:t>
        <a:bodyPr/>
        <a:lstStyle/>
        <a:p>
          <a:endParaRPr lang="en-US"/>
        </a:p>
      </dgm:t>
    </dgm:pt>
    <dgm:pt modelId="{0EEF4566-2758-4A74-B5C4-B545CC9B9342}">
      <dgm:prSet/>
      <dgm:spPr/>
      <dgm:t>
        <a:bodyPr/>
        <a:lstStyle/>
        <a:p>
          <a:r>
            <a:rPr lang="en-US"/>
            <a:t>Python, SQLite, SQL, and Power BI were integrated to produce meaningful financial insights.</a:t>
          </a:r>
        </a:p>
      </dgm:t>
    </dgm:pt>
    <dgm:pt modelId="{2983F0C9-86B0-4B7C-BA54-D1D634E734CA}" type="parTrans" cxnId="{DA6E8B8D-63B6-44FF-87B4-26F1AD3F93C6}">
      <dgm:prSet/>
      <dgm:spPr/>
      <dgm:t>
        <a:bodyPr/>
        <a:lstStyle/>
        <a:p>
          <a:endParaRPr lang="en-US"/>
        </a:p>
      </dgm:t>
    </dgm:pt>
    <dgm:pt modelId="{8A301FA2-BD74-4E59-8F28-A067D4FE7047}" type="sibTrans" cxnId="{DA6E8B8D-63B6-44FF-87B4-26F1AD3F93C6}">
      <dgm:prSet/>
      <dgm:spPr/>
      <dgm:t>
        <a:bodyPr/>
        <a:lstStyle/>
        <a:p>
          <a:endParaRPr lang="en-US"/>
        </a:p>
      </dgm:t>
    </dgm:pt>
    <dgm:pt modelId="{35B69CFB-7E66-47A6-BCEB-AFCC5584B154}">
      <dgm:prSet/>
      <dgm:spPr/>
      <dgm:t>
        <a:bodyPr/>
        <a:lstStyle/>
        <a:p>
          <a:r>
            <a:rPr lang="en-US"/>
            <a:t>Thank You! Questions?</a:t>
          </a:r>
        </a:p>
      </dgm:t>
    </dgm:pt>
    <dgm:pt modelId="{30B41E46-8DD6-402F-9623-F12617047639}" type="parTrans" cxnId="{F438519F-B889-4474-8497-9AACB61BC4FC}">
      <dgm:prSet/>
      <dgm:spPr/>
      <dgm:t>
        <a:bodyPr/>
        <a:lstStyle/>
        <a:p>
          <a:endParaRPr lang="en-US"/>
        </a:p>
      </dgm:t>
    </dgm:pt>
    <dgm:pt modelId="{61DFBF46-4323-48E8-A802-EDC3FF0390C5}" type="sibTrans" cxnId="{F438519F-B889-4474-8497-9AACB61BC4FC}">
      <dgm:prSet/>
      <dgm:spPr/>
      <dgm:t>
        <a:bodyPr/>
        <a:lstStyle/>
        <a:p>
          <a:endParaRPr lang="en-US"/>
        </a:p>
      </dgm:t>
    </dgm:pt>
    <dgm:pt modelId="{2574EF01-B0B1-4FAB-A919-04E9256B023B}" type="pres">
      <dgm:prSet presAssocID="{A8A73465-9ED6-4FEF-AE5F-CE0D8857D900}" presName="root" presStyleCnt="0">
        <dgm:presLayoutVars>
          <dgm:dir/>
          <dgm:resizeHandles val="exact"/>
        </dgm:presLayoutVars>
      </dgm:prSet>
      <dgm:spPr/>
    </dgm:pt>
    <dgm:pt modelId="{CBF61A7F-C0D7-4E1A-92B5-3DD29C032E48}" type="pres">
      <dgm:prSet presAssocID="{62366C92-3F43-4B89-AA64-7A0AC7FDD03B}" presName="compNode" presStyleCnt="0"/>
      <dgm:spPr/>
    </dgm:pt>
    <dgm:pt modelId="{1EEA12C1-D4F4-4762-A219-06AA1D87A961}" type="pres">
      <dgm:prSet presAssocID="{62366C92-3F43-4B89-AA64-7A0AC7FDD03B}" presName="bgRect" presStyleLbl="bgShp" presStyleIdx="0" presStyleCnt="3"/>
      <dgm:spPr/>
    </dgm:pt>
    <dgm:pt modelId="{43EFD686-6303-44CB-B7FD-678814C3E1FB}" type="pres">
      <dgm:prSet presAssocID="{62366C92-3F43-4B89-AA64-7A0AC7FDD03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C85DAFF-CFC4-4A98-8A92-9D26A8014DB3}" type="pres">
      <dgm:prSet presAssocID="{62366C92-3F43-4B89-AA64-7A0AC7FDD03B}" presName="spaceRect" presStyleCnt="0"/>
      <dgm:spPr/>
    </dgm:pt>
    <dgm:pt modelId="{B9478D47-361F-416B-BEA5-8C0222BD24EC}" type="pres">
      <dgm:prSet presAssocID="{62366C92-3F43-4B89-AA64-7A0AC7FDD03B}" presName="parTx" presStyleLbl="revTx" presStyleIdx="0" presStyleCnt="3">
        <dgm:presLayoutVars>
          <dgm:chMax val="0"/>
          <dgm:chPref val="0"/>
        </dgm:presLayoutVars>
      </dgm:prSet>
      <dgm:spPr/>
    </dgm:pt>
    <dgm:pt modelId="{F6F7422F-A424-4625-844E-DBA1CD7F9201}" type="pres">
      <dgm:prSet presAssocID="{378BD3C7-4D4C-4A4D-8897-70B7CA418D3C}" presName="sibTrans" presStyleCnt="0"/>
      <dgm:spPr/>
    </dgm:pt>
    <dgm:pt modelId="{D07B34D8-8BA9-42EC-877C-5C873E4A4924}" type="pres">
      <dgm:prSet presAssocID="{0EEF4566-2758-4A74-B5C4-B545CC9B9342}" presName="compNode" presStyleCnt="0"/>
      <dgm:spPr/>
    </dgm:pt>
    <dgm:pt modelId="{D745D625-36DF-4F2A-8DD2-59449BBE343E}" type="pres">
      <dgm:prSet presAssocID="{0EEF4566-2758-4A74-B5C4-B545CC9B9342}" presName="bgRect" presStyleLbl="bgShp" presStyleIdx="1" presStyleCnt="3"/>
      <dgm:spPr/>
    </dgm:pt>
    <dgm:pt modelId="{8398E49A-4F05-45AC-98C3-933E6A61BF50}" type="pres">
      <dgm:prSet presAssocID="{0EEF4566-2758-4A74-B5C4-B545CC9B93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E8FFC4D-D3B8-491B-A88F-DB91262771E8}" type="pres">
      <dgm:prSet presAssocID="{0EEF4566-2758-4A74-B5C4-B545CC9B9342}" presName="spaceRect" presStyleCnt="0"/>
      <dgm:spPr/>
    </dgm:pt>
    <dgm:pt modelId="{08B489C6-F7EF-458D-8857-1529E5618696}" type="pres">
      <dgm:prSet presAssocID="{0EEF4566-2758-4A74-B5C4-B545CC9B9342}" presName="parTx" presStyleLbl="revTx" presStyleIdx="1" presStyleCnt="3">
        <dgm:presLayoutVars>
          <dgm:chMax val="0"/>
          <dgm:chPref val="0"/>
        </dgm:presLayoutVars>
      </dgm:prSet>
      <dgm:spPr/>
    </dgm:pt>
    <dgm:pt modelId="{18C7DEDD-DD42-43C5-911B-EB3FD4B4D3FF}" type="pres">
      <dgm:prSet presAssocID="{8A301FA2-BD74-4E59-8F28-A067D4FE7047}" presName="sibTrans" presStyleCnt="0"/>
      <dgm:spPr/>
    </dgm:pt>
    <dgm:pt modelId="{F4192B57-4276-4313-92ED-6BA5C45CE639}" type="pres">
      <dgm:prSet presAssocID="{35B69CFB-7E66-47A6-BCEB-AFCC5584B154}" presName="compNode" presStyleCnt="0"/>
      <dgm:spPr/>
    </dgm:pt>
    <dgm:pt modelId="{364BAB47-CC2D-44BF-8A31-686CA1E7AD14}" type="pres">
      <dgm:prSet presAssocID="{35B69CFB-7E66-47A6-BCEB-AFCC5584B154}" presName="bgRect" presStyleLbl="bgShp" presStyleIdx="2" presStyleCnt="3"/>
      <dgm:spPr/>
    </dgm:pt>
    <dgm:pt modelId="{7604953B-D947-4A2E-A88A-AF0C02F99B66}" type="pres">
      <dgm:prSet presAssocID="{35B69CFB-7E66-47A6-BCEB-AFCC5584B15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001F540C-819D-4EEB-86ED-B3B29B14CFCA}" type="pres">
      <dgm:prSet presAssocID="{35B69CFB-7E66-47A6-BCEB-AFCC5584B154}" presName="spaceRect" presStyleCnt="0"/>
      <dgm:spPr/>
    </dgm:pt>
    <dgm:pt modelId="{E16EF6A3-C96F-4A3B-9351-072060EF5D28}" type="pres">
      <dgm:prSet presAssocID="{35B69CFB-7E66-47A6-BCEB-AFCC5584B15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F720134-0E32-4AE8-B59A-F906440FD1BF}" type="presOf" srcId="{0EEF4566-2758-4A74-B5C4-B545CC9B9342}" destId="{08B489C6-F7EF-458D-8857-1529E5618696}" srcOrd="0" destOrd="0" presId="urn:microsoft.com/office/officeart/2018/2/layout/IconVerticalSolidList"/>
    <dgm:cxn modelId="{A5AA8378-1745-437F-948C-9C5103D8863F}" type="presOf" srcId="{62366C92-3F43-4B89-AA64-7A0AC7FDD03B}" destId="{B9478D47-361F-416B-BEA5-8C0222BD24EC}" srcOrd="0" destOrd="0" presId="urn:microsoft.com/office/officeart/2018/2/layout/IconVerticalSolidList"/>
    <dgm:cxn modelId="{DA6E8B8D-63B6-44FF-87B4-26F1AD3F93C6}" srcId="{A8A73465-9ED6-4FEF-AE5F-CE0D8857D900}" destId="{0EEF4566-2758-4A74-B5C4-B545CC9B9342}" srcOrd="1" destOrd="0" parTransId="{2983F0C9-86B0-4B7C-BA54-D1D634E734CA}" sibTransId="{8A301FA2-BD74-4E59-8F28-A067D4FE7047}"/>
    <dgm:cxn modelId="{F438519F-B889-4474-8497-9AACB61BC4FC}" srcId="{A8A73465-9ED6-4FEF-AE5F-CE0D8857D900}" destId="{35B69CFB-7E66-47A6-BCEB-AFCC5584B154}" srcOrd="2" destOrd="0" parTransId="{30B41E46-8DD6-402F-9623-F12617047639}" sibTransId="{61DFBF46-4323-48E8-A802-EDC3FF0390C5}"/>
    <dgm:cxn modelId="{90B288CD-F6EC-45F5-B9E5-9297957AA582}" type="presOf" srcId="{A8A73465-9ED6-4FEF-AE5F-CE0D8857D900}" destId="{2574EF01-B0B1-4FAB-A919-04E9256B023B}" srcOrd="0" destOrd="0" presId="urn:microsoft.com/office/officeart/2018/2/layout/IconVerticalSolidList"/>
    <dgm:cxn modelId="{8F40C1E1-367E-4BB2-897D-850D926A1A91}" srcId="{A8A73465-9ED6-4FEF-AE5F-CE0D8857D900}" destId="{62366C92-3F43-4B89-AA64-7A0AC7FDD03B}" srcOrd="0" destOrd="0" parTransId="{50F27388-5ECD-400E-90A9-7A20248FB9EC}" sibTransId="{378BD3C7-4D4C-4A4D-8897-70B7CA418D3C}"/>
    <dgm:cxn modelId="{9733C1F8-BD2E-4794-A342-F20F5FC7D283}" type="presOf" srcId="{35B69CFB-7E66-47A6-BCEB-AFCC5584B154}" destId="{E16EF6A3-C96F-4A3B-9351-072060EF5D28}" srcOrd="0" destOrd="0" presId="urn:microsoft.com/office/officeart/2018/2/layout/IconVerticalSolidList"/>
    <dgm:cxn modelId="{D746C9DC-C9C1-4BCA-80E4-E5D96CD8136B}" type="presParOf" srcId="{2574EF01-B0B1-4FAB-A919-04E9256B023B}" destId="{CBF61A7F-C0D7-4E1A-92B5-3DD29C032E48}" srcOrd="0" destOrd="0" presId="urn:microsoft.com/office/officeart/2018/2/layout/IconVerticalSolidList"/>
    <dgm:cxn modelId="{08D63A1E-D660-4787-9502-F078E25BD567}" type="presParOf" srcId="{CBF61A7F-C0D7-4E1A-92B5-3DD29C032E48}" destId="{1EEA12C1-D4F4-4762-A219-06AA1D87A961}" srcOrd="0" destOrd="0" presId="urn:microsoft.com/office/officeart/2018/2/layout/IconVerticalSolidList"/>
    <dgm:cxn modelId="{2A5C9829-0571-48A9-9BF8-B1144067CA64}" type="presParOf" srcId="{CBF61A7F-C0D7-4E1A-92B5-3DD29C032E48}" destId="{43EFD686-6303-44CB-B7FD-678814C3E1FB}" srcOrd="1" destOrd="0" presId="urn:microsoft.com/office/officeart/2018/2/layout/IconVerticalSolidList"/>
    <dgm:cxn modelId="{1FC18871-4412-4F3D-A9FB-5726C8AD0E44}" type="presParOf" srcId="{CBF61A7F-C0D7-4E1A-92B5-3DD29C032E48}" destId="{CC85DAFF-CFC4-4A98-8A92-9D26A8014DB3}" srcOrd="2" destOrd="0" presId="urn:microsoft.com/office/officeart/2018/2/layout/IconVerticalSolidList"/>
    <dgm:cxn modelId="{F2B9D906-4498-4F0D-A108-FA538723DA5F}" type="presParOf" srcId="{CBF61A7F-C0D7-4E1A-92B5-3DD29C032E48}" destId="{B9478D47-361F-416B-BEA5-8C0222BD24EC}" srcOrd="3" destOrd="0" presId="urn:microsoft.com/office/officeart/2018/2/layout/IconVerticalSolidList"/>
    <dgm:cxn modelId="{D64A5EE5-4307-49A7-A6F9-98F6695A9789}" type="presParOf" srcId="{2574EF01-B0B1-4FAB-A919-04E9256B023B}" destId="{F6F7422F-A424-4625-844E-DBA1CD7F9201}" srcOrd="1" destOrd="0" presId="urn:microsoft.com/office/officeart/2018/2/layout/IconVerticalSolidList"/>
    <dgm:cxn modelId="{68F38B37-3E67-4AAC-97C3-D7B15489992C}" type="presParOf" srcId="{2574EF01-B0B1-4FAB-A919-04E9256B023B}" destId="{D07B34D8-8BA9-42EC-877C-5C873E4A4924}" srcOrd="2" destOrd="0" presId="urn:microsoft.com/office/officeart/2018/2/layout/IconVerticalSolidList"/>
    <dgm:cxn modelId="{67CC5763-0504-4256-A51D-5FE92D78FA26}" type="presParOf" srcId="{D07B34D8-8BA9-42EC-877C-5C873E4A4924}" destId="{D745D625-36DF-4F2A-8DD2-59449BBE343E}" srcOrd="0" destOrd="0" presId="urn:microsoft.com/office/officeart/2018/2/layout/IconVerticalSolidList"/>
    <dgm:cxn modelId="{50DDCD30-18BC-4CB1-A1CC-138E3F89FA6A}" type="presParOf" srcId="{D07B34D8-8BA9-42EC-877C-5C873E4A4924}" destId="{8398E49A-4F05-45AC-98C3-933E6A61BF50}" srcOrd="1" destOrd="0" presId="urn:microsoft.com/office/officeart/2018/2/layout/IconVerticalSolidList"/>
    <dgm:cxn modelId="{69323FC7-075D-4384-8B10-1A58730D4FE6}" type="presParOf" srcId="{D07B34D8-8BA9-42EC-877C-5C873E4A4924}" destId="{8E8FFC4D-D3B8-491B-A88F-DB91262771E8}" srcOrd="2" destOrd="0" presId="urn:microsoft.com/office/officeart/2018/2/layout/IconVerticalSolidList"/>
    <dgm:cxn modelId="{3834F7D0-802E-4489-A192-C49537D09583}" type="presParOf" srcId="{D07B34D8-8BA9-42EC-877C-5C873E4A4924}" destId="{08B489C6-F7EF-458D-8857-1529E5618696}" srcOrd="3" destOrd="0" presId="urn:microsoft.com/office/officeart/2018/2/layout/IconVerticalSolidList"/>
    <dgm:cxn modelId="{87C082B7-8B93-460E-8DCA-4D3C81926863}" type="presParOf" srcId="{2574EF01-B0B1-4FAB-A919-04E9256B023B}" destId="{18C7DEDD-DD42-43C5-911B-EB3FD4B4D3FF}" srcOrd="3" destOrd="0" presId="urn:microsoft.com/office/officeart/2018/2/layout/IconVerticalSolidList"/>
    <dgm:cxn modelId="{198BF37D-3976-4DAD-8803-EBD5F1C98C8B}" type="presParOf" srcId="{2574EF01-B0B1-4FAB-A919-04E9256B023B}" destId="{F4192B57-4276-4313-92ED-6BA5C45CE639}" srcOrd="4" destOrd="0" presId="urn:microsoft.com/office/officeart/2018/2/layout/IconVerticalSolidList"/>
    <dgm:cxn modelId="{32037A58-FFB0-4100-8AC2-C5112472BA14}" type="presParOf" srcId="{F4192B57-4276-4313-92ED-6BA5C45CE639}" destId="{364BAB47-CC2D-44BF-8A31-686CA1E7AD14}" srcOrd="0" destOrd="0" presId="urn:microsoft.com/office/officeart/2018/2/layout/IconVerticalSolidList"/>
    <dgm:cxn modelId="{EC75103A-042F-45A7-AA56-2DFF64F6EC15}" type="presParOf" srcId="{F4192B57-4276-4313-92ED-6BA5C45CE639}" destId="{7604953B-D947-4A2E-A88A-AF0C02F99B66}" srcOrd="1" destOrd="0" presId="urn:microsoft.com/office/officeart/2018/2/layout/IconVerticalSolidList"/>
    <dgm:cxn modelId="{9A9713B7-1D79-488D-B3AC-D96D4DB0A8C1}" type="presParOf" srcId="{F4192B57-4276-4313-92ED-6BA5C45CE639}" destId="{001F540C-819D-4EEB-86ED-B3B29B14CFCA}" srcOrd="2" destOrd="0" presId="urn:microsoft.com/office/officeart/2018/2/layout/IconVerticalSolidList"/>
    <dgm:cxn modelId="{518E2BD5-BFBD-4185-922A-00F6ED896A97}" type="presParOf" srcId="{F4192B57-4276-4313-92ED-6BA5C45CE639}" destId="{E16EF6A3-C96F-4A3B-9351-072060EF5D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FD7298-8295-48D1-8BD4-7F17E154CB53}">
      <dsp:nvSpPr>
        <dsp:cNvPr id="0" name=""/>
        <dsp:cNvSpPr/>
      </dsp:nvSpPr>
      <dsp:spPr>
        <a:xfrm>
          <a:off x="0" y="2439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EB4964-6D31-47E3-97DA-F1C7CE67F0B7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18453-2CD3-4765-A90C-2DA2DA3EACFE}">
      <dsp:nvSpPr>
        <dsp:cNvPr id="0" name=""/>
        <dsp:cNvSpPr/>
      </dsp:nvSpPr>
      <dsp:spPr>
        <a:xfrm>
          <a:off x="1428292" y="2439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Built a complete analytics pipeline for mutual fund datasets.</a:t>
          </a:r>
        </a:p>
      </dsp:txBody>
      <dsp:txXfrm>
        <a:off x="1428292" y="2439"/>
        <a:ext cx="4871667" cy="1236616"/>
      </dsp:txXfrm>
    </dsp:sp>
    <dsp:sp modelId="{934A824F-358D-4FA1-88AC-B1CA6AE06AD4}">
      <dsp:nvSpPr>
        <dsp:cNvPr id="0" name=""/>
        <dsp:cNvSpPr/>
      </dsp:nvSpPr>
      <dsp:spPr>
        <a:xfrm>
          <a:off x="0" y="1548210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02DD5-7613-4D32-ADF6-80E5CE12D991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11A71-2163-48E1-BDE1-53114F1BC400}">
      <dsp:nvSpPr>
        <dsp:cNvPr id="0" name=""/>
        <dsp:cNvSpPr/>
      </dsp:nvSpPr>
      <dsp:spPr>
        <a:xfrm>
          <a:off x="1428292" y="1548210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Processed raw CSV files into clean analytical datasets.</a:t>
          </a:r>
        </a:p>
      </dsp:txBody>
      <dsp:txXfrm>
        <a:off x="1428292" y="1548210"/>
        <a:ext cx="4871667" cy="1236616"/>
      </dsp:txXfrm>
    </dsp:sp>
    <dsp:sp modelId="{AB7739AD-69E7-422E-BE21-9DF3EB1B1373}">
      <dsp:nvSpPr>
        <dsp:cNvPr id="0" name=""/>
        <dsp:cNvSpPr/>
      </dsp:nvSpPr>
      <dsp:spPr>
        <a:xfrm>
          <a:off x="0" y="3093981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42F1A6-C04F-43F3-8CA3-6EC55C46593A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B5454-5574-4C45-9C99-9F9B6B399E8E}">
      <dsp:nvSpPr>
        <dsp:cNvPr id="0" name=""/>
        <dsp:cNvSpPr/>
      </dsp:nvSpPr>
      <dsp:spPr>
        <a:xfrm>
          <a:off x="1428292" y="3093981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Created SQLite database, SQL analysis, and interactive Power BI dashboards.</a:t>
          </a:r>
        </a:p>
      </dsp:txBody>
      <dsp:txXfrm>
        <a:off x="1428292" y="3093981"/>
        <a:ext cx="4871667" cy="1236616"/>
      </dsp:txXfrm>
    </dsp:sp>
    <dsp:sp modelId="{778091F0-ED8A-46FF-8811-F443A338C1ED}">
      <dsp:nvSpPr>
        <dsp:cNvPr id="0" name=""/>
        <dsp:cNvSpPr/>
      </dsp:nvSpPr>
      <dsp:spPr>
        <a:xfrm>
          <a:off x="0" y="4639752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D114D-7536-45C7-824E-CF5903BEE648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7BF7D-757F-452B-8645-42E057A84149}">
      <dsp:nvSpPr>
        <dsp:cNvPr id="0" name=""/>
        <dsp:cNvSpPr/>
      </dsp:nvSpPr>
      <dsp:spPr>
        <a:xfrm>
          <a:off x="1428292" y="4639752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Implemented advanced financial analytics for investment insights.</a:t>
          </a:r>
        </a:p>
      </dsp:txBody>
      <dsp:txXfrm>
        <a:off x="1428292" y="4639752"/>
        <a:ext cx="4871667" cy="123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FCC6C-35BC-4087-A4B3-C5B7AD0469EE}">
      <dsp:nvSpPr>
        <dsp:cNvPr id="0" name=""/>
        <dsp:cNvSpPr/>
      </dsp:nvSpPr>
      <dsp:spPr>
        <a:xfrm>
          <a:off x="630611" y="1873854"/>
          <a:ext cx="503873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929F7-956B-4FD0-8962-12D69C8FE8A9}">
      <dsp:nvSpPr>
        <dsp:cNvPr id="0" name=""/>
        <dsp:cNvSpPr/>
      </dsp:nvSpPr>
      <dsp:spPr>
        <a:xfrm>
          <a:off x="1164717" y="1831553"/>
          <a:ext cx="57945" cy="108723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767177"/>
            <a:satOff val="3447"/>
            <a:lumOff val="23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67177"/>
              <a:satOff val="3447"/>
              <a:lumOff val="2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F52E0F-458C-4A74-9668-ADC9BA614DF7}">
      <dsp:nvSpPr>
        <dsp:cNvPr id="0" name=""/>
        <dsp:cNvSpPr/>
      </dsp:nvSpPr>
      <dsp:spPr>
        <a:xfrm>
          <a:off x="348079" y="1654342"/>
          <a:ext cx="439095" cy="43909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39" tIns="17039" rIns="17039" bIns="1703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</a:t>
          </a:r>
        </a:p>
      </dsp:txBody>
      <dsp:txXfrm>
        <a:off x="412383" y="1718646"/>
        <a:ext cx="310487" cy="310487"/>
      </dsp:txXfrm>
    </dsp:sp>
    <dsp:sp modelId="{5B95C59B-0D83-4AB7-A471-E7C04F66B1B8}">
      <dsp:nvSpPr>
        <dsp:cNvPr id="0" name=""/>
        <dsp:cNvSpPr/>
      </dsp:nvSpPr>
      <dsp:spPr>
        <a:xfrm>
          <a:off x="769" y="2259014"/>
          <a:ext cx="113371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534355"/>
            <a:satOff val="6893"/>
            <a:lumOff val="474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534355"/>
              <a:satOff val="6893"/>
              <a:lumOff val="4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29" tIns="165100" rIns="8942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Develop an ETL pipeline for mutual fund data.</a:t>
          </a:r>
        </a:p>
      </dsp:txBody>
      <dsp:txXfrm>
        <a:off x="769" y="2485757"/>
        <a:ext cx="1133715" cy="1738857"/>
      </dsp:txXfrm>
    </dsp:sp>
    <dsp:sp modelId="{0491F5ED-4BF1-4021-92F1-B0F4207264C5}">
      <dsp:nvSpPr>
        <dsp:cNvPr id="0" name=""/>
        <dsp:cNvSpPr/>
      </dsp:nvSpPr>
      <dsp:spPr>
        <a:xfrm>
          <a:off x="1260453" y="1873706"/>
          <a:ext cx="1133715" cy="71"/>
        </a:xfrm>
        <a:prstGeom prst="rect">
          <a:avLst/>
        </a:prstGeom>
        <a:solidFill>
          <a:schemeClr val="accent5">
            <a:tint val="40000"/>
            <a:alpha val="90000"/>
            <a:hueOff val="-2301532"/>
            <a:satOff val="10340"/>
            <a:lumOff val="7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2301532"/>
              <a:satOff val="10340"/>
              <a:lumOff val="7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2D2AF4-9CD2-4050-AF8A-50ED309976E6}">
      <dsp:nvSpPr>
        <dsp:cNvPr id="0" name=""/>
        <dsp:cNvSpPr/>
      </dsp:nvSpPr>
      <dsp:spPr>
        <a:xfrm>
          <a:off x="2424401" y="1831416"/>
          <a:ext cx="57945" cy="108805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3068709"/>
            <a:satOff val="13787"/>
            <a:lumOff val="94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068709"/>
              <a:satOff val="13787"/>
              <a:lumOff val="9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81E79-A633-4FCE-9941-B5CDAF3B0013}">
      <dsp:nvSpPr>
        <dsp:cNvPr id="0" name=""/>
        <dsp:cNvSpPr/>
      </dsp:nvSpPr>
      <dsp:spPr>
        <a:xfrm>
          <a:off x="1607763" y="1654194"/>
          <a:ext cx="439095" cy="439095"/>
        </a:xfrm>
        <a:prstGeom prst="ellips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39" tIns="17039" rIns="17039" bIns="1703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</a:t>
          </a:r>
        </a:p>
      </dsp:txBody>
      <dsp:txXfrm>
        <a:off x="1672067" y="1718498"/>
        <a:ext cx="310487" cy="310487"/>
      </dsp:txXfrm>
    </dsp:sp>
    <dsp:sp modelId="{3E4AB283-999D-4046-9222-1D2F54BA02EF}">
      <dsp:nvSpPr>
        <dsp:cNvPr id="0" name=""/>
        <dsp:cNvSpPr/>
      </dsp:nvSpPr>
      <dsp:spPr>
        <a:xfrm>
          <a:off x="1260453" y="2258842"/>
          <a:ext cx="113371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3835886"/>
            <a:satOff val="17233"/>
            <a:lumOff val="1185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835886"/>
              <a:satOff val="17233"/>
              <a:lumOff val="11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29" tIns="165100" rIns="8942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Clean and preprocess datasets.</a:t>
          </a:r>
        </a:p>
      </dsp:txBody>
      <dsp:txXfrm>
        <a:off x="1260453" y="2485585"/>
        <a:ext cx="1133715" cy="1738857"/>
      </dsp:txXfrm>
    </dsp:sp>
    <dsp:sp modelId="{89CF5E0E-F405-42BF-994C-06617489D720}">
      <dsp:nvSpPr>
        <dsp:cNvPr id="0" name=""/>
        <dsp:cNvSpPr/>
      </dsp:nvSpPr>
      <dsp:spPr>
        <a:xfrm>
          <a:off x="2520137" y="1873768"/>
          <a:ext cx="1133715" cy="72"/>
        </a:xfrm>
        <a:prstGeom prst="rect">
          <a:avLst/>
        </a:prstGeom>
        <a:solidFill>
          <a:schemeClr val="accent5">
            <a:tint val="40000"/>
            <a:alpha val="90000"/>
            <a:hueOff val="-4603064"/>
            <a:satOff val="20680"/>
            <a:lumOff val="1422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4603064"/>
              <a:satOff val="20680"/>
              <a:lumOff val="14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7B0231-0618-47C8-A7A5-990D7FB152BC}">
      <dsp:nvSpPr>
        <dsp:cNvPr id="0" name=""/>
        <dsp:cNvSpPr/>
      </dsp:nvSpPr>
      <dsp:spPr>
        <a:xfrm>
          <a:off x="3684086" y="1831467"/>
          <a:ext cx="57945" cy="10886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761F8-EF2A-4210-92C2-B55EF27315E7}">
      <dsp:nvSpPr>
        <dsp:cNvPr id="0" name=""/>
        <dsp:cNvSpPr/>
      </dsp:nvSpPr>
      <dsp:spPr>
        <a:xfrm>
          <a:off x="2867447" y="1654256"/>
          <a:ext cx="439095" cy="439095"/>
        </a:xfrm>
        <a:prstGeom prst="ellips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39" tIns="17039" rIns="17039" bIns="1703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</a:t>
          </a:r>
        </a:p>
      </dsp:txBody>
      <dsp:txXfrm>
        <a:off x="2931751" y="1718560"/>
        <a:ext cx="310487" cy="310487"/>
      </dsp:txXfrm>
    </dsp:sp>
    <dsp:sp modelId="{8A60AFEA-8B26-4B5C-A7A6-B5C288F4953E}">
      <dsp:nvSpPr>
        <dsp:cNvPr id="0" name=""/>
        <dsp:cNvSpPr/>
      </dsp:nvSpPr>
      <dsp:spPr>
        <a:xfrm>
          <a:off x="2520137" y="2259014"/>
          <a:ext cx="113371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6137418"/>
            <a:satOff val="27573"/>
            <a:lumOff val="1895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6137418"/>
              <a:satOff val="27573"/>
              <a:lumOff val="18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29" tIns="165100" rIns="8942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Store processed data in SQLite.</a:t>
          </a:r>
        </a:p>
      </dsp:txBody>
      <dsp:txXfrm>
        <a:off x="2520137" y="2485757"/>
        <a:ext cx="1133715" cy="1738857"/>
      </dsp:txXfrm>
    </dsp:sp>
    <dsp:sp modelId="{4F6C940C-166A-4CCA-BB49-CFE8F019F5BE}">
      <dsp:nvSpPr>
        <dsp:cNvPr id="0" name=""/>
        <dsp:cNvSpPr/>
      </dsp:nvSpPr>
      <dsp:spPr>
        <a:xfrm>
          <a:off x="3779822" y="1873768"/>
          <a:ext cx="1133715" cy="72"/>
        </a:xfrm>
        <a:prstGeom prst="rect">
          <a:avLst/>
        </a:prstGeom>
        <a:solidFill>
          <a:schemeClr val="accent5">
            <a:tint val="40000"/>
            <a:alpha val="90000"/>
            <a:hueOff val="-6904595"/>
            <a:satOff val="31020"/>
            <a:lumOff val="2132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6904595"/>
              <a:satOff val="31020"/>
              <a:lumOff val="21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67A92-7C8A-4B28-BF5A-535D0768BBC9}">
      <dsp:nvSpPr>
        <dsp:cNvPr id="0" name=""/>
        <dsp:cNvSpPr/>
      </dsp:nvSpPr>
      <dsp:spPr>
        <a:xfrm>
          <a:off x="4943770" y="1831467"/>
          <a:ext cx="57945" cy="10886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7671773"/>
            <a:satOff val="34466"/>
            <a:lumOff val="2369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671773"/>
              <a:satOff val="34466"/>
              <a:lumOff val="23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52431B-8550-40F4-B313-52B1895D6FC5}">
      <dsp:nvSpPr>
        <dsp:cNvPr id="0" name=""/>
        <dsp:cNvSpPr/>
      </dsp:nvSpPr>
      <dsp:spPr>
        <a:xfrm>
          <a:off x="4127132" y="1654256"/>
          <a:ext cx="439095" cy="439095"/>
        </a:xfrm>
        <a:prstGeom prst="ellips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39" tIns="17039" rIns="17039" bIns="1703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</a:t>
          </a:r>
        </a:p>
      </dsp:txBody>
      <dsp:txXfrm>
        <a:off x="4191436" y="1718560"/>
        <a:ext cx="310487" cy="310487"/>
      </dsp:txXfrm>
    </dsp:sp>
    <dsp:sp modelId="{E3FC1CD5-2FF7-40CC-B368-3DEA17D961E6}">
      <dsp:nvSpPr>
        <dsp:cNvPr id="0" name=""/>
        <dsp:cNvSpPr/>
      </dsp:nvSpPr>
      <dsp:spPr>
        <a:xfrm>
          <a:off x="3779822" y="2259014"/>
          <a:ext cx="113371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8438949"/>
            <a:satOff val="37913"/>
            <a:lumOff val="26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8438949"/>
              <a:satOff val="37913"/>
              <a:lumOff val="26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29" tIns="165100" rIns="8942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Perform EDA and advanced analytics.</a:t>
          </a:r>
        </a:p>
      </dsp:txBody>
      <dsp:txXfrm>
        <a:off x="3779822" y="2485757"/>
        <a:ext cx="1133715" cy="1738857"/>
      </dsp:txXfrm>
    </dsp:sp>
    <dsp:sp modelId="{25D535B5-1101-4368-8508-B057B78B670F}">
      <dsp:nvSpPr>
        <dsp:cNvPr id="0" name=""/>
        <dsp:cNvSpPr/>
      </dsp:nvSpPr>
      <dsp:spPr>
        <a:xfrm>
          <a:off x="5039506" y="1873768"/>
          <a:ext cx="566857" cy="72"/>
        </a:xfrm>
        <a:prstGeom prst="rect">
          <a:avLst/>
        </a:prstGeom>
        <a:solidFill>
          <a:schemeClr val="accent5">
            <a:tint val="40000"/>
            <a:alpha val="90000"/>
            <a:hueOff val="-9206127"/>
            <a:satOff val="41360"/>
            <a:lumOff val="2843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9206127"/>
              <a:satOff val="41360"/>
              <a:lumOff val="2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375E6-403B-4FBB-9709-A997DB1B9B6D}">
      <dsp:nvSpPr>
        <dsp:cNvPr id="0" name=""/>
        <dsp:cNvSpPr/>
      </dsp:nvSpPr>
      <dsp:spPr>
        <a:xfrm>
          <a:off x="5386816" y="1654256"/>
          <a:ext cx="439095" cy="439095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39" tIns="17039" rIns="17039" bIns="17039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</a:t>
          </a:r>
        </a:p>
      </dsp:txBody>
      <dsp:txXfrm>
        <a:off x="5451120" y="1718560"/>
        <a:ext cx="310487" cy="310487"/>
      </dsp:txXfrm>
    </dsp:sp>
    <dsp:sp modelId="{3FD4B485-63F0-4180-B37B-44598F54F5D2}">
      <dsp:nvSpPr>
        <dsp:cNvPr id="0" name=""/>
        <dsp:cNvSpPr/>
      </dsp:nvSpPr>
      <dsp:spPr>
        <a:xfrm>
          <a:off x="5039506" y="2259014"/>
          <a:ext cx="113371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429" tIns="165100" rIns="8942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 interactive dashboards and generate business insights.</a:t>
          </a:r>
        </a:p>
      </dsp:txBody>
      <dsp:txXfrm>
        <a:off x="5039506" y="2485757"/>
        <a:ext cx="1133715" cy="17388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EAECF-3C18-4675-BAD0-C30935B03675}">
      <dsp:nvSpPr>
        <dsp:cNvPr id="0" name=""/>
        <dsp:cNvSpPr/>
      </dsp:nvSpPr>
      <dsp:spPr>
        <a:xfrm>
          <a:off x="0" y="4592"/>
          <a:ext cx="6299960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76827A-BB0F-4979-BA34-B384CB1FC0FC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D31763-E142-4629-A450-712C731848D4}">
      <dsp:nvSpPr>
        <dsp:cNvPr id="0" name=""/>
        <dsp:cNvSpPr/>
      </dsp:nvSpPr>
      <dsp:spPr>
        <a:xfrm>
          <a:off x="1129902" y="4592"/>
          <a:ext cx="5170057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Python – Data processing and automation</a:t>
          </a:r>
        </a:p>
      </dsp:txBody>
      <dsp:txXfrm>
        <a:off x="1129902" y="4592"/>
        <a:ext cx="5170057" cy="978270"/>
      </dsp:txXfrm>
    </dsp:sp>
    <dsp:sp modelId="{7981AC05-2031-4208-ABE1-A060D70185E6}">
      <dsp:nvSpPr>
        <dsp:cNvPr id="0" name=""/>
        <dsp:cNvSpPr/>
      </dsp:nvSpPr>
      <dsp:spPr>
        <a:xfrm>
          <a:off x="0" y="1227431"/>
          <a:ext cx="6299960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901266-1FE1-4756-BF29-1A938FF2D7F3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C840C-7291-4EDA-9C2D-DB180D2834C4}">
      <dsp:nvSpPr>
        <dsp:cNvPr id="0" name=""/>
        <dsp:cNvSpPr/>
      </dsp:nvSpPr>
      <dsp:spPr>
        <a:xfrm>
          <a:off x="1129902" y="1227431"/>
          <a:ext cx="5170057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Pandas &amp; NumPy – Analysis and calculations</a:t>
          </a:r>
        </a:p>
      </dsp:txBody>
      <dsp:txXfrm>
        <a:off x="1129902" y="1227431"/>
        <a:ext cx="5170057" cy="978270"/>
      </dsp:txXfrm>
    </dsp:sp>
    <dsp:sp modelId="{73AC986A-22F5-43ED-B9DC-1032D6844DE0}">
      <dsp:nvSpPr>
        <dsp:cNvPr id="0" name=""/>
        <dsp:cNvSpPr/>
      </dsp:nvSpPr>
      <dsp:spPr>
        <a:xfrm>
          <a:off x="0" y="2450269"/>
          <a:ext cx="6299960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A9A46-6FF2-4B1D-BEBD-42F44968C990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5F90F2-BD9A-44ED-82C3-21C28C5B0111}">
      <dsp:nvSpPr>
        <dsp:cNvPr id="0" name=""/>
        <dsp:cNvSpPr/>
      </dsp:nvSpPr>
      <dsp:spPr>
        <a:xfrm>
          <a:off x="1129902" y="2450269"/>
          <a:ext cx="5170057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SQLite &amp; SQL – Database and querying</a:t>
          </a:r>
        </a:p>
      </dsp:txBody>
      <dsp:txXfrm>
        <a:off x="1129902" y="2450269"/>
        <a:ext cx="5170057" cy="978270"/>
      </dsp:txXfrm>
    </dsp:sp>
    <dsp:sp modelId="{C046C202-EB5C-4DE2-809A-6B0C6BE1A964}">
      <dsp:nvSpPr>
        <dsp:cNvPr id="0" name=""/>
        <dsp:cNvSpPr/>
      </dsp:nvSpPr>
      <dsp:spPr>
        <a:xfrm>
          <a:off x="0" y="3673107"/>
          <a:ext cx="6299960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42650-9024-4680-90F1-09110489014A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9D854-B5E8-4253-AC8E-D393793D4516}">
      <dsp:nvSpPr>
        <dsp:cNvPr id="0" name=""/>
        <dsp:cNvSpPr/>
      </dsp:nvSpPr>
      <dsp:spPr>
        <a:xfrm>
          <a:off x="1129902" y="3673107"/>
          <a:ext cx="5170057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Power BI – Interactive dashboards</a:t>
          </a:r>
        </a:p>
      </dsp:txBody>
      <dsp:txXfrm>
        <a:off x="1129902" y="3673107"/>
        <a:ext cx="5170057" cy="978270"/>
      </dsp:txXfrm>
    </dsp:sp>
    <dsp:sp modelId="{AB942A4A-09EB-416F-9A01-4CC255052F67}">
      <dsp:nvSpPr>
        <dsp:cNvPr id="0" name=""/>
        <dsp:cNvSpPr/>
      </dsp:nvSpPr>
      <dsp:spPr>
        <a:xfrm>
          <a:off x="0" y="4895945"/>
          <a:ext cx="6299960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438F8F-B936-41BE-9EBE-F25C22EFEDFF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44530-CD0C-4023-A6D8-52E756ABD021}">
      <dsp:nvSpPr>
        <dsp:cNvPr id="0" name=""/>
        <dsp:cNvSpPr/>
      </dsp:nvSpPr>
      <dsp:spPr>
        <a:xfrm>
          <a:off x="1129902" y="4895945"/>
          <a:ext cx="5170057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VS Code &amp; Jupyter Notebook – Development environment</a:t>
          </a:r>
        </a:p>
      </dsp:txBody>
      <dsp:txXfrm>
        <a:off x="1129902" y="4895945"/>
        <a:ext cx="5170057" cy="9782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A33AED-480F-46CE-A936-090E4F7A859B}">
      <dsp:nvSpPr>
        <dsp:cNvPr id="0" name=""/>
        <dsp:cNvSpPr/>
      </dsp:nvSpPr>
      <dsp:spPr>
        <a:xfrm>
          <a:off x="0" y="2439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10D64-7BDA-4F27-A0D4-858A5BA10330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060AD-4434-42C3-8AA9-05D172450391}">
      <dsp:nvSpPr>
        <dsp:cNvPr id="0" name=""/>
        <dsp:cNvSpPr/>
      </dsp:nvSpPr>
      <dsp:spPr>
        <a:xfrm>
          <a:off x="1428292" y="2439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Raw Data → ETL → Data Cleaning</a:t>
          </a:r>
        </a:p>
      </dsp:txBody>
      <dsp:txXfrm>
        <a:off x="1428292" y="2439"/>
        <a:ext cx="4871667" cy="1236616"/>
      </dsp:txXfrm>
    </dsp:sp>
    <dsp:sp modelId="{7E54F5CA-8DDD-4EA4-80D6-0B8AD9C66454}">
      <dsp:nvSpPr>
        <dsp:cNvPr id="0" name=""/>
        <dsp:cNvSpPr/>
      </dsp:nvSpPr>
      <dsp:spPr>
        <a:xfrm>
          <a:off x="0" y="1548210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C4100-E187-4655-97BD-6278ECD482E3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3CA99-62B4-4C81-A661-F5B360DB4E70}">
      <dsp:nvSpPr>
        <dsp:cNvPr id="0" name=""/>
        <dsp:cNvSpPr/>
      </dsp:nvSpPr>
      <dsp:spPr>
        <a:xfrm>
          <a:off x="1428292" y="1548210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SQLite Database → SQL Analysis</a:t>
          </a:r>
        </a:p>
      </dsp:txBody>
      <dsp:txXfrm>
        <a:off x="1428292" y="1548210"/>
        <a:ext cx="4871667" cy="1236616"/>
      </dsp:txXfrm>
    </dsp:sp>
    <dsp:sp modelId="{578AACEC-FBBD-4AD8-B077-610A8DCD60E6}">
      <dsp:nvSpPr>
        <dsp:cNvPr id="0" name=""/>
        <dsp:cNvSpPr/>
      </dsp:nvSpPr>
      <dsp:spPr>
        <a:xfrm>
          <a:off x="0" y="3093981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A08E5-E9BA-4CF0-A37E-8F0DF6A8935D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257894-EB7D-427F-808F-8667A6D541E2}">
      <dsp:nvSpPr>
        <dsp:cNvPr id="0" name=""/>
        <dsp:cNvSpPr/>
      </dsp:nvSpPr>
      <dsp:spPr>
        <a:xfrm>
          <a:off x="1428292" y="3093981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EDA → Advanced Analytics</a:t>
          </a:r>
        </a:p>
      </dsp:txBody>
      <dsp:txXfrm>
        <a:off x="1428292" y="3093981"/>
        <a:ext cx="4871667" cy="1236616"/>
      </dsp:txXfrm>
    </dsp:sp>
    <dsp:sp modelId="{3262A9C4-8140-4DE6-A90C-6EF9A8FA5240}">
      <dsp:nvSpPr>
        <dsp:cNvPr id="0" name=""/>
        <dsp:cNvSpPr/>
      </dsp:nvSpPr>
      <dsp:spPr>
        <a:xfrm>
          <a:off x="0" y="4639752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68FD0-23E4-4B7A-A5DD-91326048FFDD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25BE8-81FC-40BA-9B9E-CD3755CD196D}">
      <dsp:nvSpPr>
        <dsp:cNvPr id="0" name=""/>
        <dsp:cNvSpPr/>
      </dsp:nvSpPr>
      <dsp:spPr>
        <a:xfrm>
          <a:off x="1428292" y="4639752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Power BI Dashboard → Business Insights</a:t>
          </a:r>
        </a:p>
      </dsp:txBody>
      <dsp:txXfrm>
        <a:off x="1428292" y="4639752"/>
        <a:ext cx="4871667" cy="1236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D0CDC-5C82-4925-8BED-559C8A6E4136}">
      <dsp:nvSpPr>
        <dsp:cNvPr id="0" name=""/>
        <dsp:cNvSpPr/>
      </dsp:nvSpPr>
      <dsp:spPr>
        <a:xfrm>
          <a:off x="0" y="2439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15DFC2-A45C-4B6C-8729-10392A6C8398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D48C0-8E8E-49AE-9F53-D8D44C543D9C}">
      <dsp:nvSpPr>
        <dsp:cNvPr id="0" name=""/>
        <dsp:cNvSpPr/>
      </dsp:nvSpPr>
      <dsp:spPr>
        <a:xfrm>
          <a:off x="1428292" y="2439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Page 1: Industry Overview</a:t>
          </a:r>
        </a:p>
      </dsp:txBody>
      <dsp:txXfrm>
        <a:off x="1428292" y="2439"/>
        <a:ext cx="4871667" cy="1236616"/>
      </dsp:txXfrm>
    </dsp:sp>
    <dsp:sp modelId="{29A505DF-55CB-4CD0-A4FF-E2A7ED454A35}">
      <dsp:nvSpPr>
        <dsp:cNvPr id="0" name=""/>
        <dsp:cNvSpPr/>
      </dsp:nvSpPr>
      <dsp:spPr>
        <a:xfrm>
          <a:off x="0" y="1548210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3C3E21-5502-4F2A-81F1-52B3EC9BBC6F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193C49-0A0A-434F-B9C1-4067BFFCCEF3}">
      <dsp:nvSpPr>
        <dsp:cNvPr id="0" name=""/>
        <dsp:cNvSpPr/>
      </dsp:nvSpPr>
      <dsp:spPr>
        <a:xfrm>
          <a:off x="1428292" y="1548210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Page 2: Fund Performance</a:t>
          </a:r>
        </a:p>
      </dsp:txBody>
      <dsp:txXfrm>
        <a:off x="1428292" y="1548210"/>
        <a:ext cx="4871667" cy="1236616"/>
      </dsp:txXfrm>
    </dsp:sp>
    <dsp:sp modelId="{C4443BAE-BBFE-4805-9E67-586C0F73013E}">
      <dsp:nvSpPr>
        <dsp:cNvPr id="0" name=""/>
        <dsp:cNvSpPr/>
      </dsp:nvSpPr>
      <dsp:spPr>
        <a:xfrm>
          <a:off x="0" y="3093981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DB80D1-D04E-4E3A-8ED6-92BBA6A98D8D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EE3EF-B330-4417-B808-A216953354A3}">
      <dsp:nvSpPr>
        <dsp:cNvPr id="0" name=""/>
        <dsp:cNvSpPr/>
      </dsp:nvSpPr>
      <dsp:spPr>
        <a:xfrm>
          <a:off x="1428292" y="3093981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Page 3: Investor Analytics</a:t>
          </a:r>
        </a:p>
      </dsp:txBody>
      <dsp:txXfrm>
        <a:off x="1428292" y="3093981"/>
        <a:ext cx="4871667" cy="1236616"/>
      </dsp:txXfrm>
    </dsp:sp>
    <dsp:sp modelId="{C13ECB5A-F101-443D-A97B-B68FF1D1F7E1}">
      <dsp:nvSpPr>
        <dsp:cNvPr id="0" name=""/>
        <dsp:cNvSpPr/>
      </dsp:nvSpPr>
      <dsp:spPr>
        <a:xfrm>
          <a:off x="0" y="4639752"/>
          <a:ext cx="6299960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A07E78-F7F4-4B9E-8BA7-BA2FC17FFB0A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44F3-2139-4B85-8285-F8B0592F0CB7}">
      <dsp:nvSpPr>
        <dsp:cNvPr id="0" name=""/>
        <dsp:cNvSpPr/>
      </dsp:nvSpPr>
      <dsp:spPr>
        <a:xfrm>
          <a:off x="1428292" y="4639752"/>
          <a:ext cx="4871667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Page 4: SIP &amp; Market Trends</a:t>
          </a:r>
        </a:p>
      </dsp:txBody>
      <dsp:txXfrm>
        <a:off x="1428292" y="4639752"/>
        <a:ext cx="4871667" cy="12366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D6DF7-3910-41E7-AB7A-67D227D580E9}">
      <dsp:nvSpPr>
        <dsp:cNvPr id="0" name=""/>
        <dsp:cNvSpPr/>
      </dsp:nvSpPr>
      <dsp:spPr>
        <a:xfrm>
          <a:off x="0" y="1901"/>
          <a:ext cx="6299960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9A4B9D-A7FB-43F0-A1F7-8218D83C8BE3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A9868-C0CA-41C5-9889-1DAD33B99793}">
      <dsp:nvSpPr>
        <dsp:cNvPr id="0" name=""/>
        <dsp:cNvSpPr/>
      </dsp:nvSpPr>
      <dsp:spPr>
        <a:xfrm>
          <a:off x="935949" y="1901"/>
          <a:ext cx="5364010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Historical VaR (95%) and CVaR</a:t>
          </a:r>
        </a:p>
      </dsp:txBody>
      <dsp:txXfrm>
        <a:off x="935949" y="1901"/>
        <a:ext cx="5364010" cy="810345"/>
      </dsp:txXfrm>
    </dsp:sp>
    <dsp:sp modelId="{7F97F9F2-0C21-4029-BD42-BDE0D2E4ED32}">
      <dsp:nvSpPr>
        <dsp:cNvPr id="0" name=""/>
        <dsp:cNvSpPr/>
      </dsp:nvSpPr>
      <dsp:spPr>
        <a:xfrm>
          <a:off x="0" y="1014833"/>
          <a:ext cx="6299960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9B9BE6-93D9-4C06-94F4-AD9BFF010150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8F4CD-A4C5-4BEC-B249-BA4F85284C9F}">
      <dsp:nvSpPr>
        <dsp:cNvPr id="0" name=""/>
        <dsp:cNvSpPr/>
      </dsp:nvSpPr>
      <dsp:spPr>
        <a:xfrm>
          <a:off x="935949" y="1014833"/>
          <a:ext cx="5364010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Rolling 90-Day Sharpe Ratio</a:t>
          </a:r>
        </a:p>
      </dsp:txBody>
      <dsp:txXfrm>
        <a:off x="935949" y="1014833"/>
        <a:ext cx="5364010" cy="810345"/>
      </dsp:txXfrm>
    </dsp:sp>
    <dsp:sp modelId="{BD4AC586-4457-4EC5-B5A5-341118503E2D}">
      <dsp:nvSpPr>
        <dsp:cNvPr id="0" name=""/>
        <dsp:cNvSpPr/>
      </dsp:nvSpPr>
      <dsp:spPr>
        <a:xfrm>
          <a:off x="0" y="2027765"/>
          <a:ext cx="6299960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D115B-6BEF-4AE9-AE20-6D88317EB3A0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4AB25-F128-4DCB-BC38-3E0307700601}">
      <dsp:nvSpPr>
        <dsp:cNvPr id="0" name=""/>
        <dsp:cNvSpPr/>
      </dsp:nvSpPr>
      <dsp:spPr>
        <a:xfrm>
          <a:off x="935949" y="2027765"/>
          <a:ext cx="5364010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Investor Cohort Analysis</a:t>
          </a:r>
        </a:p>
      </dsp:txBody>
      <dsp:txXfrm>
        <a:off x="935949" y="2027765"/>
        <a:ext cx="5364010" cy="810345"/>
      </dsp:txXfrm>
    </dsp:sp>
    <dsp:sp modelId="{E5E48829-F948-4144-B2AB-C0D5C6717EAD}">
      <dsp:nvSpPr>
        <dsp:cNvPr id="0" name=""/>
        <dsp:cNvSpPr/>
      </dsp:nvSpPr>
      <dsp:spPr>
        <a:xfrm>
          <a:off x="0" y="3040697"/>
          <a:ext cx="6299960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C79BC-D88F-4451-BE5E-6ABC9D941DED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C7659-A042-499E-BA80-521CFAE643B0}">
      <dsp:nvSpPr>
        <dsp:cNvPr id="0" name=""/>
        <dsp:cNvSpPr/>
      </dsp:nvSpPr>
      <dsp:spPr>
        <a:xfrm>
          <a:off x="935949" y="3040697"/>
          <a:ext cx="5364010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SIP Continuity Analysis</a:t>
          </a:r>
        </a:p>
      </dsp:txBody>
      <dsp:txXfrm>
        <a:off x="935949" y="3040697"/>
        <a:ext cx="5364010" cy="810345"/>
      </dsp:txXfrm>
    </dsp:sp>
    <dsp:sp modelId="{0B3D729E-3E39-4CBA-ABD2-202E6130B8D0}">
      <dsp:nvSpPr>
        <dsp:cNvPr id="0" name=""/>
        <dsp:cNvSpPr/>
      </dsp:nvSpPr>
      <dsp:spPr>
        <a:xfrm>
          <a:off x="0" y="4053629"/>
          <a:ext cx="6299960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E460AB-A23C-4A6E-BD6B-604BFBC6B8BE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0EBE3-BF86-4045-AA41-3DC3D85D0A02}">
      <dsp:nvSpPr>
        <dsp:cNvPr id="0" name=""/>
        <dsp:cNvSpPr/>
      </dsp:nvSpPr>
      <dsp:spPr>
        <a:xfrm>
          <a:off x="935949" y="4053629"/>
          <a:ext cx="5364010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Fund Recommender</a:t>
          </a:r>
        </a:p>
      </dsp:txBody>
      <dsp:txXfrm>
        <a:off x="935949" y="4053629"/>
        <a:ext cx="5364010" cy="810345"/>
      </dsp:txXfrm>
    </dsp:sp>
    <dsp:sp modelId="{F6D932E0-119B-443A-9CAA-B544086C6233}">
      <dsp:nvSpPr>
        <dsp:cNvPr id="0" name=""/>
        <dsp:cNvSpPr/>
      </dsp:nvSpPr>
      <dsp:spPr>
        <a:xfrm>
          <a:off x="0" y="5066561"/>
          <a:ext cx="6299960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FDF41B-3FFF-4456-8B56-DC1880B88618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D7E76E-D3C2-4063-A627-160A202BEA0A}">
      <dsp:nvSpPr>
        <dsp:cNvPr id="0" name=""/>
        <dsp:cNvSpPr/>
      </dsp:nvSpPr>
      <dsp:spPr>
        <a:xfrm>
          <a:off x="935949" y="5066561"/>
          <a:ext cx="5364010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HHI Portfolio Concentration</a:t>
          </a:r>
        </a:p>
      </dsp:txBody>
      <dsp:txXfrm>
        <a:off x="935949" y="5066561"/>
        <a:ext cx="5364010" cy="81034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75599D-DEC4-48E3-B1B1-E5EE2899C1FC}">
      <dsp:nvSpPr>
        <dsp:cNvPr id="0" name=""/>
        <dsp:cNvSpPr/>
      </dsp:nvSpPr>
      <dsp:spPr>
        <a:xfrm>
          <a:off x="65368" y="1679"/>
          <a:ext cx="2937725" cy="176263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Steady growth in SIP inflows.</a:t>
          </a:r>
        </a:p>
      </dsp:txBody>
      <dsp:txXfrm>
        <a:off x="65368" y="1679"/>
        <a:ext cx="2937725" cy="1762635"/>
      </dsp:txXfrm>
    </dsp:sp>
    <dsp:sp modelId="{6C38533E-F53B-4191-9F13-FCCE81F5DE40}">
      <dsp:nvSpPr>
        <dsp:cNvPr id="0" name=""/>
        <dsp:cNvSpPr/>
      </dsp:nvSpPr>
      <dsp:spPr>
        <a:xfrm>
          <a:off x="3296866" y="1679"/>
          <a:ext cx="2937725" cy="176263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Risk-return analysis highlighted strong-performing schemes.</a:t>
          </a:r>
        </a:p>
      </dsp:txBody>
      <dsp:txXfrm>
        <a:off x="3296866" y="1679"/>
        <a:ext cx="2937725" cy="1762635"/>
      </dsp:txXfrm>
    </dsp:sp>
    <dsp:sp modelId="{71237845-6ADC-4899-9167-BB07A98842A9}">
      <dsp:nvSpPr>
        <dsp:cNvPr id="0" name=""/>
        <dsp:cNvSpPr/>
      </dsp:nvSpPr>
      <dsp:spPr>
        <a:xfrm>
          <a:off x="65368" y="2058086"/>
          <a:ext cx="2937725" cy="176263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Investor behaviour varied across categories and regions.</a:t>
          </a:r>
        </a:p>
      </dsp:txBody>
      <dsp:txXfrm>
        <a:off x="65368" y="2058086"/>
        <a:ext cx="2937725" cy="1762635"/>
      </dsp:txXfrm>
    </dsp:sp>
    <dsp:sp modelId="{21865FDD-7DEB-47FB-8489-3D379494E465}">
      <dsp:nvSpPr>
        <dsp:cNvPr id="0" name=""/>
        <dsp:cNvSpPr/>
      </dsp:nvSpPr>
      <dsp:spPr>
        <a:xfrm>
          <a:off x="3296866" y="2058086"/>
          <a:ext cx="2937725" cy="17626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Advanced analytics improved financial risk assessment.</a:t>
          </a:r>
        </a:p>
      </dsp:txBody>
      <dsp:txXfrm>
        <a:off x="3296866" y="2058086"/>
        <a:ext cx="2937725" cy="1762635"/>
      </dsp:txXfrm>
    </dsp:sp>
    <dsp:sp modelId="{62DB9832-C09F-43B4-A46F-AB939C642D08}">
      <dsp:nvSpPr>
        <dsp:cNvPr id="0" name=""/>
        <dsp:cNvSpPr/>
      </dsp:nvSpPr>
      <dsp:spPr>
        <a:xfrm>
          <a:off x="1681117" y="4114494"/>
          <a:ext cx="2937725" cy="176263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Interactive dashboards simplified business reporting.</a:t>
          </a:r>
        </a:p>
      </dsp:txBody>
      <dsp:txXfrm>
        <a:off x="1681117" y="4114494"/>
        <a:ext cx="2937725" cy="17626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220A6E-8990-4F1C-804A-EB0EDEBEF4FE}">
      <dsp:nvSpPr>
        <dsp:cNvPr id="0" name=""/>
        <dsp:cNvSpPr/>
      </dsp:nvSpPr>
      <dsp:spPr>
        <a:xfrm>
          <a:off x="0" y="288476"/>
          <a:ext cx="6299960" cy="9354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Challenges:</a:t>
          </a:r>
        </a:p>
      </dsp:txBody>
      <dsp:txXfrm>
        <a:off x="45663" y="334139"/>
        <a:ext cx="6208634" cy="844089"/>
      </dsp:txXfrm>
    </dsp:sp>
    <dsp:sp modelId="{9F08993B-9336-49E6-993B-2D4A5EF305BA}">
      <dsp:nvSpPr>
        <dsp:cNvPr id="0" name=""/>
        <dsp:cNvSpPr/>
      </dsp:nvSpPr>
      <dsp:spPr>
        <a:xfrm>
          <a:off x="0" y="1223892"/>
          <a:ext cx="6299960" cy="145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024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• Missing values and preprocessing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• Data integration and dashboard design</a:t>
          </a:r>
        </a:p>
      </dsp:txBody>
      <dsp:txXfrm>
        <a:off x="0" y="1223892"/>
        <a:ext cx="6299960" cy="1453140"/>
      </dsp:txXfrm>
    </dsp:sp>
    <dsp:sp modelId="{27664C0D-A91B-48F7-B16A-38D76DC8DA2E}">
      <dsp:nvSpPr>
        <dsp:cNvPr id="0" name=""/>
        <dsp:cNvSpPr/>
      </dsp:nvSpPr>
      <dsp:spPr>
        <a:xfrm>
          <a:off x="0" y="2677032"/>
          <a:ext cx="6299960" cy="93541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Future Scope:</a:t>
          </a:r>
        </a:p>
      </dsp:txBody>
      <dsp:txXfrm>
        <a:off x="45663" y="2722695"/>
        <a:ext cx="6208634" cy="844089"/>
      </dsp:txXfrm>
    </dsp:sp>
    <dsp:sp modelId="{E1AA1388-F8E6-445F-B4E2-4A56724129BA}">
      <dsp:nvSpPr>
        <dsp:cNvPr id="0" name=""/>
        <dsp:cNvSpPr/>
      </dsp:nvSpPr>
      <dsp:spPr>
        <a:xfrm>
          <a:off x="0" y="3612447"/>
          <a:ext cx="6299960" cy="1977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0024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• Live NAV APIs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• Machine learning recommendations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000" kern="1200"/>
            <a:t>• Real-time dashboard refresh</a:t>
          </a:r>
        </a:p>
      </dsp:txBody>
      <dsp:txXfrm>
        <a:off x="0" y="3612447"/>
        <a:ext cx="6299960" cy="197788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EA12C1-D4F4-4762-A219-06AA1D87A961}">
      <dsp:nvSpPr>
        <dsp:cNvPr id="0" name=""/>
        <dsp:cNvSpPr/>
      </dsp:nvSpPr>
      <dsp:spPr>
        <a:xfrm>
          <a:off x="0" y="717"/>
          <a:ext cx="6299960" cy="16792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EFD686-6303-44CB-B7FD-678814C3E1FB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78D47-361F-416B-BEA5-8C0222BD24EC}">
      <dsp:nvSpPr>
        <dsp:cNvPr id="0" name=""/>
        <dsp:cNvSpPr/>
      </dsp:nvSpPr>
      <dsp:spPr>
        <a:xfrm>
          <a:off x="1939533" y="717"/>
          <a:ext cx="436042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project demonstrates a complete analytics workflow from raw data to business intelligence.</a:t>
          </a:r>
        </a:p>
      </dsp:txBody>
      <dsp:txXfrm>
        <a:off x="1939533" y="717"/>
        <a:ext cx="4360426" cy="1679249"/>
      </dsp:txXfrm>
    </dsp:sp>
    <dsp:sp modelId="{D745D625-36DF-4F2A-8DD2-59449BBE343E}">
      <dsp:nvSpPr>
        <dsp:cNvPr id="0" name=""/>
        <dsp:cNvSpPr/>
      </dsp:nvSpPr>
      <dsp:spPr>
        <a:xfrm>
          <a:off x="0" y="2099779"/>
          <a:ext cx="6299960" cy="167924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98E49A-4F05-45AC-98C3-933E6A61BF50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489C6-F7EF-458D-8857-1529E5618696}">
      <dsp:nvSpPr>
        <dsp:cNvPr id="0" name=""/>
        <dsp:cNvSpPr/>
      </dsp:nvSpPr>
      <dsp:spPr>
        <a:xfrm>
          <a:off x="1939533" y="2099779"/>
          <a:ext cx="436042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Python, SQLite, SQL, and Power BI were integrated to produce meaningful financial insights.</a:t>
          </a:r>
        </a:p>
      </dsp:txBody>
      <dsp:txXfrm>
        <a:off x="1939533" y="2099779"/>
        <a:ext cx="4360426" cy="1679249"/>
      </dsp:txXfrm>
    </dsp:sp>
    <dsp:sp modelId="{364BAB47-CC2D-44BF-8A31-686CA1E7AD14}">
      <dsp:nvSpPr>
        <dsp:cNvPr id="0" name=""/>
        <dsp:cNvSpPr/>
      </dsp:nvSpPr>
      <dsp:spPr>
        <a:xfrm>
          <a:off x="0" y="4198841"/>
          <a:ext cx="6299960" cy="167924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4953B-D947-4A2E-A88A-AF0C02F99B66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EF6A3-C96F-4A3B-9351-072060EF5D28}">
      <dsp:nvSpPr>
        <dsp:cNvPr id="0" name=""/>
        <dsp:cNvSpPr/>
      </dsp:nvSpPr>
      <dsp:spPr>
        <a:xfrm>
          <a:off x="1939533" y="4198841"/>
          <a:ext cx="4360426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Thank You! Questions?</a:t>
          </a:r>
        </a:p>
      </dsp:txBody>
      <dsp:txXfrm>
        <a:off x="1939533" y="4198841"/>
        <a:ext cx="4360426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2832331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FD1189F-9598-4281-8056-2845388D4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2330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83E04E1-D74F-4ED6-972C-035F4FEC4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7137" y="3564607"/>
            <a:ext cx="3431688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7137" y="3564607"/>
            <a:ext cx="3431688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51A97D9-C694-4307-818B-0C5BBF413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0344" y="819446"/>
            <a:ext cx="6962871" cy="54024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0344" y="819446"/>
            <a:ext cx="6962871" cy="5402463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12977" y="727769"/>
            <a:ext cx="6962871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6013" y="1495956"/>
            <a:ext cx="6416799" cy="2692050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5300">
                <a:solidFill>
                  <a:schemeClr val="bg1"/>
                </a:solidFill>
              </a:rPr>
              <a:t>Bluestock Mutual Fund Analytics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6013" y="4414123"/>
            <a:ext cx="6416799" cy="1017915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>
                <a:solidFill>
                  <a:schemeClr val="bg1"/>
                </a:solidFill>
              </a:rPr>
              <a:t>Presented by: Pushpinder Singh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7769"/>
            <a:ext cx="1861369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45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3144" y="343675"/>
            <a:ext cx="7679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7" name="Graphic 212">
            <a:extLst>
              <a:ext uri="{FF2B5EF4-FFF2-40B4-BE49-F238E27FC236}">
                <a16:creationId xmlns:a16="http://schemas.microsoft.com/office/drawing/2014/main" id="{5EC6B544-8C84-47A6-885D-A4F09EF5C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3144" y="343675"/>
            <a:ext cx="7679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67504"/>
            <a:ext cx="1861369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2C95C5C-6FBD-47FF-9CA6-066193539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6536" y="5100276"/>
            <a:ext cx="515794" cy="515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6536" y="5100276"/>
            <a:ext cx="515794" cy="5159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5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5901" y="5987064"/>
            <a:ext cx="1054190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2800">
                <a:solidFill>
                  <a:schemeClr val="bg1"/>
                </a:solidFill>
              </a:rPr>
              <a:t>Project Overview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41F202-3B66-FDBC-1E54-8599AF880A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556212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2800">
                <a:solidFill>
                  <a:schemeClr val="bg1"/>
                </a:solidFill>
              </a:rPr>
              <a:t>Project Objectives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E42746-FABE-2715-FADD-5CA1199346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964336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2800">
                <a:solidFill>
                  <a:schemeClr val="bg1"/>
                </a:solidFill>
              </a:rPr>
              <a:t>Technology Stack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D63888-CD9F-D594-0066-A9AAD459B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965733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2800">
                <a:solidFill>
                  <a:schemeClr val="bg1"/>
                </a:solidFill>
              </a:rPr>
              <a:t>Project Workflow</a:t>
            </a:r>
          </a:p>
        </p:txBody>
      </p:sp>
      <p:grpSp>
        <p:nvGrpSpPr>
          <p:cNvPr id="38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9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1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3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4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7" name="Content Placeholder 2">
            <a:extLst>
              <a:ext uri="{FF2B5EF4-FFF2-40B4-BE49-F238E27FC236}">
                <a16:creationId xmlns:a16="http://schemas.microsoft.com/office/drawing/2014/main" id="{642C0888-E476-E2ED-7095-2672023AEB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3084418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2800">
                <a:solidFill>
                  <a:schemeClr val="bg1"/>
                </a:solidFill>
              </a:rPr>
              <a:t>Power BI Dashboard</a:t>
            </a:r>
          </a:p>
        </p:txBody>
      </p:sp>
      <p:grpSp>
        <p:nvGrpSpPr>
          <p:cNvPr id="7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8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5988FF-C55E-D45E-B2A2-51BE304B4F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771861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2800">
                <a:solidFill>
                  <a:schemeClr val="bg1"/>
                </a:solidFill>
              </a:rPr>
              <a:t>Advanced Analytics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266DFA-4D26-DC7B-4A48-5C06D036C0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690113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2800">
                <a:solidFill>
                  <a:schemeClr val="bg1"/>
                </a:solidFill>
              </a:rPr>
              <a:t>Key Findings</a:t>
            </a:r>
          </a:p>
        </p:txBody>
      </p:sp>
      <p:grpSp>
        <p:nvGrpSpPr>
          <p:cNvPr id="4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E7BB4F-C661-6041-693D-0873CF287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6029053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2800">
                <a:solidFill>
                  <a:schemeClr val="bg1"/>
                </a:solidFill>
              </a:rPr>
              <a:t>Challenges &amp; Future Scope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D58401-8035-238D-3F92-4A38B28BCF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41406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8932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1195697"/>
            <a:ext cx="3199567" cy="4238118"/>
          </a:xfrm>
        </p:spPr>
        <p:txBody>
          <a:bodyPr>
            <a:normAutofit/>
          </a:bodyPr>
          <a:lstStyle/>
          <a:p>
            <a:pPr>
              <a:defRPr sz="2800"/>
            </a:pPr>
            <a:r>
              <a:rPr lang="en-US" sz="2800">
                <a:solidFill>
                  <a:schemeClr val="bg1"/>
                </a:solidFill>
              </a:rPr>
              <a:t>Conclusion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09754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154" y="4752208"/>
            <a:ext cx="364926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8563" y="5539935"/>
            <a:ext cx="974912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5FCE78-D50B-BF9C-3E56-8B59F1B9C4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16491"/>
              </p:ext>
            </p:extLst>
          </p:nvPr>
        </p:nvGraphicFramePr>
        <p:xfrm>
          <a:off x="5482710" y="477540"/>
          <a:ext cx="6299960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306</Words>
  <Application>Microsoft Office PowerPoint</Application>
  <PresentationFormat>Custom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Bluestock Mutual Fund Analytics Capstone Project</vt:lpstr>
      <vt:lpstr>Project Overview</vt:lpstr>
      <vt:lpstr>Project Objectives</vt:lpstr>
      <vt:lpstr>Technology Stack</vt:lpstr>
      <vt:lpstr>Project Workflow</vt:lpstr>
      <vt:lpstr>Power BI Dashboard</vt:lpstr>
      <vt:lpstr>Advanced Analytics</vt:lpstr>
      <vt:lpstr>Key Findings</vt:lpstr>
      <vt:lpstr>Challenges &amp; 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 Project</dc:title>
  <dc:creator>pushpinder singh</dc:creator>
  <cp:lastModifiedBy>pushpinder singh</cp:lastModifiedBy>
  <cp:revision>1</cp:revision>
  <dcterms:created xsi:type="dcterms:W3CDTF">2026-07-16T10:01:45Z</dcterms:created>
  <dcterms:modified xsi:type="dcterms:W3CDTF">2026-07-16T10:04:18Z</dcterms:modified>
</cp:coreProperties>
</file>